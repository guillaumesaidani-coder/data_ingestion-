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 : comprendre les deux façons de prédire. Partie 2 : le dossier de décision sur l'avenir de l'API.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040" y="685800"/>
            <a:ext cx="777240" cy="7772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78" y="872338"/>
            <a:ext cx="404165" cy="4041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facteur et le guichet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de prédire avec le même modèle, et une décision d'architecture à prendre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flows/predict_flow.py (en lot) · api/main.py (en ligne) · rupture n°3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modèle, deux façons de le servir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566160" y="12344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794760" y="1417320"/>
            <a:ext cx="502920" cy="502920"/>
          </a:xfrm>
          <a:prstGeom prst="ellipse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546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89120" y="14813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model.joblib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fichier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874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: EN LOT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heure fixe, il passe chez toutes les machines et dépose les 15 prédictions dans la boîte aux lettres (la table predictions).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flows/predict_flow.py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260604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12080" y="2743200"/>
            <a:ext cx="548640" cy="5486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54" y="28748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9788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: EN LIGNE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21208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se présente avec une question précise ; il repart aussitôt avec la réponse.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 flipH="1">
            <a:off x="2468880" y="2103120"/>
            <a:ext cx="1097280" cy="45720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77840" y="2103120"/>
            <a:ext cx="1097280" cy="45720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  <a:tailEnd type="triangle"/>
          </a:ln>
        </p:spPr>
      </p:sp>
      <p:sp>
        <p:nvSpPr>
          <p:cNvPr id="22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facteur fait sa tournée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20624" cy="420624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courrier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426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du Gold (Postgres → CSV)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sa sacoche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model.joblib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20624" cy="420624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par adresse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heure de chaque machine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lettres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probabilités de panne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420624" cy="420624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dans les boîtes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dans la table predictions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303520" y="11887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5321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points forts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169164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quartier servi d'un coup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lettre est gardée : modèle, heure, features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techniciens relisent et valident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 ne crée aucun doublon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n'attend devant la porte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Orchestré par Prefect ; planifiable, par exemple une fois par heure.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guichet répond sur demande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114800" cy="3017520"/>
          </a:xfrm>
          <a:prstGeom prst="roundRect">
            <a:avLst>
              <a:gd name="adj" fmla="val 1818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98448"/>
            <a:ext cx="37856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/predict-tabular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X-API-Key: dev-local-key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{"features":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"temp_mean_24h": 80.5,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"temp_max_24h": 94.0,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… 78 colonnes au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{"failure_proba_24h": 0.0002}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749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guichet ouvert au public se protège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74920" y="173736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75" y="1836115"/>
            <a:ext cx="213970" cy="2139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190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X-API-Key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9476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les inconnus (sinon 401)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74920" y="233172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675" y="2430475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23560" y="23134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requêtes / min / IP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623560" y="2542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la cohue (sinon 429)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74920" y="292608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675" y="3024835"/>
            <a:ext cx="213970" cy="21397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29077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Ko maximum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5623560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les colis piégés (sinon 413)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352044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675" y="3619195"/>
            <a:ext cx="213970" cy="21397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623560" y="3502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/ready /metrics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5623560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Docker et Prometheus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facteur, lui, n'a besoin d'aucune de ces protections : il travaille à l'intérieur.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par point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54680"/>
                <a:gridCol w="3154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facteur (lot)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6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guichet (en ligne)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déclenche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Prefect, planifié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client 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quoi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15 machines d'un coup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situation par requête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calculées par le projet (Gold)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fournies par l'appelant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secondes à minutes, personne n'attend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millisecondes, quelqu'un attend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stockée, avec version et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 technicien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(Streamlit)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réseau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inutile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clé, débit, taille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préférer l'un ou l'autre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quand…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arrivent par paquets (le Gold est horaire)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toutes les machines à la fois (liste du matin)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garder une trace de chaque prédiction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humain et le réentraînement en dépendent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le plus simple et le moins cher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4008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quand…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autre logiciel doit interroger le modèle (supervision)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est attendue tout de suite (alerte)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simule : « et si la température montait de 10 °C ? 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veut découpler : n'importe quelle équipe appelle en HTTP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rythme des données est plus rapide que la tournée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« l'un ou l'autre » : ce sont deux usages complémentaires.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n°1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rythme des données décide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features Gold sont calculées par fenêtre d'une heure. Entre deux fenêtres, les entrées du modèle ne changent pas.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7863840" cy="0"/>
          </a:xfrm>
          <a:prstGeom prst="line">
            <a:avLst/>
          </a:prstGeom>
          <a:noFill/>
          <a:ln w="25400">
            <a:solidFill>
              <a:srgbClr val="8792A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2386584"/>
            <a:ext cx="256032" cy="256032"/>
          </a:xfrm>
          <a:prstGeom prst="ellipse">
            <a:avLst/>
          </a:prstGeom>
          <a:solidFill>
            <a:srgbClr val="B47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78992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0744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82496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84248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9464" y="2386584"/>
            <a:ext cx="256032" cy="256032"/>
          </a:xfrm>
          <a:prstGeom prst="ellipse">
            <a:avLst/>
          </a:prstGeom>
          <a:solidFill>
            <a:srgbClr val="B47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02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2402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53512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55264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57016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58768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0520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43984" y="2386584"/>
            <a:ext cx="256032" cy="256032"/>
          </a:xfrm>
          <a:prstGeom prst="ellipse">
            <a:avLst/>
          </a:prstGeom>
          <a:solidFill>
            <a:srgbClr val="B47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28032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29784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31536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33288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18504" y="2386584"/>
            <a:ext cx="256032" cy="256032"/>
          </a:xfrm>
          <a:prstGeom prst="ellipse">
            <a:avLst/>
          </a:prstGeom>
          <a:solidFill>
            <a:srgbClr val="B47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9893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702552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04304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06056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07808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09560" y="2468880"/>
            <a:ext cx="91440" cy="914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93024" y="2386584"/>
            <a:ext cx="256032" cy="256032"/>
          </a:xfrm>
          <a:prstGeom prst="ellipse">
            <a:avLst/>
          </a:prstGeom>
          <a:solidFill>
            <a:srgbClr val="B47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86384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786384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appels au guichet entre deux tournées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</a:t>
            </a:r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machine donnée, entre 9 h et 10 h, le guichet recalculerait exactement le même chiffre que le facteur a déjà déposé. Le guichet n'apporte de valeur propre que pour des features nouvelles (simulation) ou des données plus fréquentes que l'heure.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n°2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limite cachée du guichet : les features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c'est à l'appelant d'envoyer les features déjà calculées. Or le modèle en attend 78 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801368"/>
            <a:ext cx="79004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temp_mean_24h        temp_max_24h       temp_std_24h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pressure_mean_24h    pressure_std_24h   incident_count_prev_24h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 moyennes glissantes, z-scores par machine,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historique d'incidents et de maintenance  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appeler le guichet, il faudrait…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564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…refaire tout le calcul du Gold : 24 h d'historique capteurs, incidents, maintenance. Un logiciel de supervision en est rarement capable.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30175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8920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34564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colonne oubliée est remplacée en silence par la médiane (imputer) : la réponse paraît valable mais repose sur des données incomplètes.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n°3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guichet ne laisse aucune trace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325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801368" y="1600200"/>
            <a:ext cx="329184" cy="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48840" y="1325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9456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38728" y="1600200"/>
            <a:ext cx="329184" cy="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86200" y="1325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3192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 valide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76088" y="1600200"/>
            <a:ext cx="329184" cy="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623560" y="1325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verts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013448" y="1600200"/>
            <a:ext cx="329184" cy="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360920" y="13258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06640" y="1325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Réentraîner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: la boucle complète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2514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3EE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514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801368" y="2788920"/>
            <a:ext cx="548640" cy="0"/>
          </a:xfrm>
          <a:prstGeom prst="line">
            <a:avLst/>
          </a:prstGeom>
          <a:noFill/>
          <a:ln w="25400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3774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: la réponse repart, la boucle s'arrête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56616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" y="3675888"/>
            <a:ext cx="5340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  →  import de config seulement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✗ scoring.py          (logique recopiée)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✗ predictions_store   (rien n'est stocké)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55080" y="25146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510528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510528" y="292608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ne contient ni machine_id ni window_start : impossible de ranger la réponse dans la table predictions, dont c'est la clé.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décision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Faut-il enrichir le guichet, ou le garder comme simple guichet de simulation ?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· options · critères · évaluation · recommandation · conséquences · plan · points à valider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Contexte et question posée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(flow) prédit toutes les machines et stocke le résultat.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(API) répond sur des features fournies par l'appelant, sans rien stocker.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features Gold sont horaires ; le modèle en attend 78.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boucle retour technicien → réentraînement repose sur les prédictions stockées.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1032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64592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Faut-il que l'API reçoive seulement l'identifiant d'une machine, aille chercher elle-même ses features dans le Gold, puis enregistre sa réponse 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faut-il la garder comme simple guichet de simulation 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39319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proposé · Décideur : équipe projet / data scientist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Trois options sur la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8792A2"/>
          </a:solidFill>
          <a:ln w="12700">
            <a:solidFill>
              <a:srgbClr val="8792A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7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de simulation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reste telle quelle : features libres, rien de stocké. On corrige seulement la logique recopiée (appel à scoring.py).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6118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3721608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/predict-tabular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6432" y="1280160"/>
            <a:ext cx="548640" cy="5486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142232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enrichi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reçoit machine_id, lit les features dans le Gold, recalcule la probabilité et l'enregistre dans predictions.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0712" y="36118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75304" y="3721608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/machines/{id}/predict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12801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guichets distincts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0116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guichet de consultation qui lit ce que le facteur a déposé, et un guichet de simulation clairement nommé, qui ne stocke rien.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27064" y="36118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1656" y="3721608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/machines/{id}/prediction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/simulate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Critères et évaluation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simulation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92A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enrichi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deux guichets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 (réponse gardée)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(lue en base)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Cohérence : un seul chiffre par machine et par heure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 sujet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deux calculs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 technicien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Appelant n'a pas à calculer 78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(consultation)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« et si… ? 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et risque de mise en œuvre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Écrivains sur la table predictions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(facteur)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(facteur)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recalcule en ligne ce que le facteur a déjà calculé : deux écrivains, deux chiffres possibles pour la même machine et la même heure.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Recommandation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: deux guichets, un seul facteur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de consultation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16459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55648"/>
            <a:ext cx="3236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/machines/{id}/prediction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488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la dernière prédiction déposée par le facteur : même chiffre que les techniciens voient, avec sa version de modèle et son heure. Aucun recalcul, aucune écriture.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91032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de simulation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910328" y="16459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1755648"/>
            <a:ext cx="32369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/simulate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910328" y="21488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L'actuel /predict-tabular, renommé pour dire ce qu'il fait. Features libres, réponse marquée « simulation », jamais stockée. Utilise scoring.py.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horaires : le facteur a déjà le bon chiffre, le recalculer n'apporte rien.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écrivain sur predictions : pas de conflit, la boucle technicien reste intacte.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reste possible, mais ne peut plus être confondue avec une vraie prédiction.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12700">
            <a:solidFill>
              <a:srgbClr val="8792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98448"/>
            <a:ext cx="411480" cy="411480"/>
          </a:xfrm>
          <a:prstGeom prst="ellipse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" y="1397203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(Postgres)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horaires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colonnes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08960" y="1188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18688" y="1298448"/>
            <a:ext cx="411480" cy="41148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443" y="1397203"/>
            <a:ext cx="213970" cy="2139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flows/predict_flow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seul écrivain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27648" y="1298448"/>
            <a:ext cx="411480" cy="41148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1397203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aux lettres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predictions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30175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4F2EA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27648" y="3127248"/>
            <a:ext cx="411480" cy="4114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03" y="3226003"/>
            <a:ext cx="213970" cy="21397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3108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consultation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/machines/{id}/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seule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0175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3127248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" y="3226003"/>
            <a:ext cx="213970" cy="21397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simulation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/simulate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libres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rien de stocké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108960" y="3017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BF1DC"/>
          </a:solidFill>
          <a:ln w="12700">
            <a:solidFill>
              <a:srgbClr val="B4760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18688" y="3127248"/>
            <a:ext cx="411480" cy="41148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443" y="3226003"/>
            <a:ext cx="213970" cy="21397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0332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Technicien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324612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review_prediction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2651760" y="1783080"/>
            <a:ext cx="457200" cy="0"/>
          </a:xfrm>
          <a:prstGeom prst="line">
            <a:avLst/>
          </a:prstGeom>
          <a:noFill/>
          <a:ln w="25400">
            <a:solidFill>
              <a:srgbClr val="8792A2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5760720" y="1783080"/>
            <a:ext cx="457200" cy="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35" name="Text 27"/>
          <p:cNvSpPr txBox="1"/>
          <p:nvPr/>
        </p:nvSpPr>
        <p:spPr>
          <a:xfrm>
            <a:off x="5760720" y="1481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7452360" y="2377440"/>
            <a:ext cx="0" cy="64008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7" name="Text 29"/>
          <p:cNvSpPr txBox="1"/>
          <p:nvPr/>
        </p:nvSpPr>
        <p:spPr>
          <a:xfrm>
            <a:off x="7543800" y="2560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 flipH="1">
            <a:off x="4434840" y="2377440"/>
            <a:ext cx="2057400" cy="640080"/>
          </a:xfrm>
          <a:prstGeom prst="line">
            <a:avLst/>
          </a:prstGeom>
          <a:noFill/>
          <a:ln w="25400">
            <a:solidFill>
              <a:srgbClr val="B4760A"/>
            </a:solidFill>
            <a:prstDash val="solid"/>
            <a:tailEnd type="triangle"/>
          </a:ln>
        </p:spPr>
      </p:sp>
      <p:sp>
        <p:nvSpPr>
          <p:cNvPr id="39" name="Text 31"/>
          <p:cNvSpPr txBox="1"/>
          <p:nvPr/>
        </p:nvSpPr>
        <p:spPr>
          <a:xfrm>
            <a:off x="498348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et valide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de simulation ne touche ni au Gold ni à la boîte aux lettres : il n'utilise que model.joblib et scoring.py.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Conséquences de l'option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gagne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vérité par machine et par heure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L'appelant n'a plus à calculer 78 features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technicien → réentraînement reste intacte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est explicite, jamais stockée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de scoring n'existe plus qu'à un endroit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8E6E8"/>
          </a:solidFill>
          <a:ln w="12700">
            <a:solidFill>
              <a:srgbClr val="F8E6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doit pouvoir lire la base des prédictions (droits en lecture seule)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consultation n'est pas plus fraîche que la dernière tournée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d'API modifié : les appelants de /predict-tabular migrent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période de transition avec les deux noms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Réversible : si un jour les données deviennent plus fréquentes que l'heure, l'option B redevient pertinente.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Plan de mise en œuvre, en trois temps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la logique recopiée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27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appelle scoring.model_feature_cols. Aucun changement visible pour les appelants.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280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 si : </a:t>
            </a:r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test_api.py et test_security.py passent sans modification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guichet de consultation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243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/machines/{id}/prediction lit la dernière ligne de predictions (lecture seule), renvoie probabilité, heure et version.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 si : </a:t>
            </a:r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si machine inconnue ; même valeur que dans 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 le guichet de simulation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7216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/simulate remplace /predict-tabular ; l'ancien nom reste un temps, marqué obsolète.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3474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 si : </a:t>
            </a:r>
            <a:pPr indent="0" marL="0">
              <a:buNone/>
            </a:pPr>
            <a:r>
              <a:rPr lang="en-US" sz="11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marquée simulation ; aucune ligne écrite en base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temps = un commit, ses tests, CI au vert. Le temps 1 peut être fait tout de suite.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Points à valider avant de décider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appelle l'API aujourd'hui ?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personne en dehors des tests, la migration de /predict-tabular est gratuite.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435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est-il planifié ?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consultation n'a de sens que si les tournées sont régulières (déploiement Prefect planifié).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358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944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de l'API à la base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474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en lecture seule sur predictions, distinct de celui du facteur.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9260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358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944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doit-elle être tracée ?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4747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séparé, jamais la table predictions, sur le modèle du mode fantôme.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proposée : option C · statut : à valider par l'équipe projet.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Le facteur et le guichet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(lot)</a:t>
            </a:r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toutes les machines, à heure fixe, tout est gardé. C'est la voie principale d'InduSense.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guichet (en ligne)</a:t>
            </a:r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question, une réponse immédiate, derrière des protections réseau.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5A6678"/>
          </a:solidFill>
          <a:ln w="12700">
            <a:solidFill>
              <a:srgbClr val="5A667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rythme des données tranche</a:t>
            </a:r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avec des features horaires, recalculer en ligne n'apporte rien.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79366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guichet qui consulte ce que le facteur a déposé, et un guichet de simulation assumé.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lister trois questions de techniciens et dire, pour chacune, facteur ou guichet.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facteur et le guichet : prédire en lot ou en ligne</dc:title>
  <dc:subject>PptxGenJS Presentation</dc:subject>
  <dc:creator>Guillaume Saïdani</dc:creator>
  <cp:lastModifiedBy>Guillaume Saïdani</cp:lastModifiedBy>
  <cp:revision>1</cp:revision>
  <dcterms:created xsi:type="dcterms:W3CDTF">2026-09-24T10:23:22Z</dcterms:created>
  <dcterms:modified xsi:type="dcterms:W3CDTF">2026-09-24T10:23:22Z</dcterms:modified>
</cp:coreProperties>
</file>