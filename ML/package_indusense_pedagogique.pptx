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 rouge : on part du code tel qu'il est, et on reconstruit l'architecture fonctionnelle sans documentation préalable.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couleur est le résultat de la méthode présentée plus loin : on ne la connaît pas au départ.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flèches sont les objets qui passent d'un domaine à l'autre : un fichier Gold, un modèle, des prédictions, des verdicts, une décision de réentraînement.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603504" cy="6035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830641"/>
            <a:ext cx="313822" cy="3138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98448" y="685800"/>
            <a:ext cx="603504" cy="603504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289" y="830641"/>
            <a:ext cx="313822" cy="31382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48256" y="685800"/>
            <a:ext cx="603504" cy="60350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97" y="830641"/>
            <a:ext cx="313822" cy="31382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798064" y="685800"/>
            <a:ext cx="603504" cy="603504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905" y="830641"/>
            <a:ext cx="313822" cy="31382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547872" y="685800"/>
            <a:ext cx="603504" cy="60350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2713" y="830641"/>
            <a:ext cx="313822" cy="31382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package indusense</a:t>
            </a:r>
            <a:endParaRPr lang="en-US" sz="42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contient, et comment en déduire le schéma fonctionnel de l'application</a:t>
            </a:r>
            <a:endParaRPr lang="en-US" sz="2100" dirty="0"/>
          </a:p>
        </p:txBody>
      </p:sp>
      <p:sp>
        <p:nvSpPr>
          <p:cNvPr id="14" name="Text 7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E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ML/src/indusense · 21 modules · ~2 100 lignes · 135 tests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package Python, c'est quoi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206240" cy="3154680"/>
          </a:xfrm>
          <a:prstGeom prst="roundRect">
            <a:avLst>
              <a:gd name="adj" fmla="val 1739"/>
            </a:avLst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52728"/>
            <a:ext cx="387705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pyproject.toml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indusense/        ← le package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__init__.py   ← marqueur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config.py     ← module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api/          ← sous-package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└── main.py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modeling/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└── train.py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importable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47218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contenant __init__.py devient importable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indusense.modeling.train import train_and_evaluate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221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 dans pyproject.toml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55117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= ["src/indusense"] : uv l'installe dans .venv, puis dans l'image Docker.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3300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offerte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36301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= "indusense.cli:main" crée la commande indusense train / predict.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sortir le code des notebooks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et classes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0720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97280" y="26791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source de vérité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9352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feature engineering du TP6 vit dans processing/gold_features.py, plus en copie dans chaque notebook.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355848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46557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7280" y="33375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35935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fonction est vérifiée par pytest, en local et dans la CI.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23944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97280" y="39959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Déployable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1097280" y="42519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package est installé dans l'image Docker ; les notebooks n'y entrent pas.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contenu du package, coloré par domaine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CEEF1"/>
          </a:solidFill>
          <a:ln w="12700">
            <a:solidFill>
              <a:srgbClr val="ECEE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146304" cy="146304"/>
          </a:xfrm>
          <a:prstGeom prst="ellipse">
            <a:avLst/>
          </a:prstGeom>
          <a:solidFill>
            <a:srgbClr val="5A6475"/>
          </a:solidFill>
          <a:ln w="12700">
            <a:solidFill>
              <a:srgbClr val="5A64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1430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545336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36776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45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39112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947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41448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3500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data_quality.py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43784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752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processing/silver_telemetry.py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46120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1546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processing/gold_features.py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557016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5570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processing/anonymization.py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050792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9593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processing/ingestion.py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114300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1234440"/>
            <a:ext cx="146304" cy="146304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66160" y="11430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modeling/dataset.py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1545336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1636776"/>
            <a:ext cx="146304" cy="146304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1545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modeling/pipeline.py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1947672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2039112"/>
            <a:ext cx="146304" cy="146304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66160" y="1947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modeling/train.py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46120" y="2350008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2441448"/>
            <a:ext cx="146304" cy="146304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66160" y="23500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modeling/tracking.py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46120" y="2752344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2843784"/>
            <a:ext cx="146304" cy="146304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66160" y="2752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46120" y="315468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3246120"/>
            <a:ext cx="146304" cy="14630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66160" y="31546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scoring.py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46120" y="3557016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37560" y="3648456"/>
            <a:ext cx="146304" cy="14630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566160" y="35570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flows/predict_flow.py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46120" y="3959352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37560" y="4050792"/>
            <a:ext cx="146304" cy="14630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566160" y="39593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api/main.py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35040" y="114300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AF0DC"/>
          </a:solidFill>
          <a:ln w="12700">
            <a:solidFill>
              <a:srgbClr val="FAF0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1234440"/>
            <a:ext cx="146304" cy="146304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55080" y="11430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predictions_store.py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035040" y="1545336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26480" y="1636776"/>
            <a:ext cx="146304" cy="14630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55080" y="154533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drift.py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035040" y="1947672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0" y="2039112"/>
            <a:ext cx="146304" cy="14630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55080" y="1947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arbitration.py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035040" y="2350008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6480" y="2441448"/>
            <a:ext cx="146304" cy="14630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355080" y="23500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shadow.py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035040" y="2752344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26480" y="2843784"/>
            <a:ext cx="146304" cy="14630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55080" y="2752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flows/retrain_flow.py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035040" y="3310128"/>
            <a:ext cx="146304" cy="146304"/>
          </a:xfrm>
          <a:prstGeom prst="ellipse">
            <a:avLst/>
          </a:prstGeom>
          <a:solidFill>
            <a:srgbClr val="5A6475"/>
          </a:solidFill>
          <a:ln w="12700">
            <a:solidFill>
              <a:srgbClr val="5A647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254496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406640" y="3310128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26096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Données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035040" y="3657600"/>
            <a:ext cx="146304" cy="146304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254496" y="3593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Modélisation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406640" y="3657600"/>
            <a:ext cx="146304" cy="14630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626096" y="3593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Service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035040" y="4005072"/>
            <a:ext cx="146304" cy="146304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254496" y="3941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Retour humain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406640" y="4005072"/>
            <a:ext cx="146304" cy="146304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626096" y="3941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Cycle de vie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5A6475"/>
          </a:solidFill>
          <a:ln w="12700">
            <a:solidFill>
              <a:srgbClr val="5A647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config.py : le seul module que tout le monde lit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98448"/>
            <a:ext cx="442569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get_engine()             # PostgreSQL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get_predictions_engine() # prédictions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get_mlflow_tracking_uri()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get_api_key()            # X-API-Key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get_model_path()         # model.joblib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get_model_version()      # empreinte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0" y="118872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ECEEF1"/>
          </a:solidFill>
          <a:ln w="12700">
            <a:solidFill>
              <a:srgbClr val="ECEE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7150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centraliser 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691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Avant, sept notebooks et un script réécrivaient chacun la même connexion en dur. Maintenant, un seul endroit lit les variables d'environnement, avec un défaut sûr.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schéma fonctionnel, config.py n'est pas une étape : c'est un socle, sous tous les domaines.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① Données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entrer, nettoyer, figer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356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un lot terrain en Bronze, tracé dans ingestion_batch (empreinte = détecte un rejeu)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47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processing/silver_telemetry.py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939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: types, colonnes de temps, valeurs aberrantes (règle IQR)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054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processing/gold_features.py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7523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Gold : moyennes glissantes, z-scores, historique d'incidents, labels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638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4107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la table Gold en CSV + empreinte md5 (versionnée par DVC)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22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data_quality.py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069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les bornes physiques des capteurs (schéma pandera)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8978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1737360"/>
            <a:ext cx="2606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: brut, tel que reçu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: nettoyé, une ligne par mesure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: une ligne par machine et par heure, prête pour le modèle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② Modélisation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Entraîner et tracer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modeling/dataset.py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35608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 Gold, sépare features / cible (panne dans les 24 h) et train / test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01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modeling/pipeline.py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48840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médiane + XGBoost, dans un pipeline scikit-learn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15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modeling/train.py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862072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 avec les hyperparamètres retenus (B11) et calcule les métriques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328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modeling/tracking.py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75304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le run dans MLflow + écrit params.yaml et metrics.json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0" y="1188720"/>
            <a:ext cx="3200400" cy="2011680"/>
          </a:xfrm>
          <a:prstGeom prst="roundRect">
            <a:avLst>
              <a:gd name="adj" fmla="val 2727"/>
            </a:avLst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50992" y="1298448"/>
            <a:ext cx="287121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indusense train -o model.joblib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cli.py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data.export_gold_dataset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modeling.dataset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modeling.train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modeling.tracking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 ne calcule rien : il enchaîne les modules. C'est un point d'entrée, pas une étape métier.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③ Service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façons de prédire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lot : flows/predict_flow.py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169164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16916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build_gold_dataset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47088" y="2039112"/>
            <a:ext cx="0" cy="128016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58368" y="2167128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167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ensure_model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47088" y="2514600"/>
            <a:ext cx="0" cy="128016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58368" y="2642616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6426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load_latest_features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47088" y="2990088"/>
            <a:ext cx="0" cy="128016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8368" y="3118104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31181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predict_latest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847088" y="3465576"/>
            <a:ext cx="0" cy="128016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58368" y="3593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35935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store_predictions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154680" y="1737360"/>
            <a:ext cx="1188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Orchestré par Prefect (@flow) : cache et reprise sur erreur.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910328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: api/main.py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910328" y="16916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74920" y="1801368"/>
            <a:ext cx="32369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/predict-tabular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/health   /ready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/metrics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910328" y="26974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X-API-Key obligatoire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requêtes par minute et par 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de 64 Ko maximum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pour Prometheus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scoring.py applique le modèle à un tableau de features ; le flow l'utilise.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④ Retour humain (HITL)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technicien a le dernier mot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7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upsert_predictions()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35608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les prédictions du flow ; rejouer ne crée pas de doublon (idempotent)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7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review_prediction()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67128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le verdict d'un technicien sur une prédiction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51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7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count_predictions()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898648"/>
            <a:ext cx="4572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les lignes pour le suivi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11887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AF0DC"/>
          </a:solidFill>
          <a:ln w="12700">
            <a:solidFill>
              <a:srgbClr val="FAF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4864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dans la base aujourd'hui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A_VALIDER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18 962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2121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PANNE_CONFIRMEE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2121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2551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FAUSSE_ALERTE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5511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2980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INCIDENT_NON_PREDIT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29809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est dans le package ; l'interface Streamlit (scripts/streamlit_review.py) est à l'extérieur et appelle review_prediction().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⑤ Cycle de vie du modèle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réentraîner, et faut-il remplacer 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325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feux verts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flows/retrain_flow.py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validations · ≥ 10 pannes · capteurs dans les bornes · dérive PSI &gt; 0,25 · nouveau lot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81528" y="2377440"/>
            <a:ext cx="201168" cy="274320"/>
          </a:xfrm>
          <a:prstGeom prst="rightArrow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2344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1325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vs challenger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arbitration.py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et régressions cas par cas, jamais un score global seul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16168" y="2377440"/>
            <a:ext cx="201168" cy="274320"/>
          </a:xfrm>
          <a:prstGeom prst="rightArrow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123444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309360" y="1325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fantôme puis bascule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shadow.py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2560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challenger score en silence ; promote_challenger() garde une sauvegarde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drift.py fournit la mesure de dérive (PSI, test KS) utilisée par le feu n°4 et par les alertes Prometheus.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déduire le schéma fonctionnel à partir du code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402336" cy="402336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317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« quoi » : docstrings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02336" cy="402336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803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 « qui appelle qui » : imports internes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02336" cy="402336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4290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les entrées : décorateurs, main(), scripts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402336" cy="402336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776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en domaines et suivre les flux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ce que chaque module dit de lui-même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ligne de la docstring d'un module résume son rôle. On la lit sans exécuter le code, avec le module ast de Python 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847088"/>
            <a:ext cx="45171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arbre = ast.parse(open("drift.py").read())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print(ast.get_docstring(arbre).splitlines()[0])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4846320" cy="1325880"/>
          </a:xfrm>
          <a:prstGeom prst="roundRect">
            <a:avLst>
              <a:gd name="adj" fmla="val 4138"/>
            </a:avLst>
          </a:prstGeom>
          <a:solidFill>
            <a:srgbClr val="141B2D"/>
          </a:solidFill>
          <a:ln w="12700">
            <a:solidFill>
              <a:srgbClr val="141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3035808"/>
            <a:ext cx="451713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drift.py      → Détection de dérive : PSI + 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scoring.py    → Scoring d'un DataFrame de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shadow.py     → Mode fantôme : le challenger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score en silence…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173736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8064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obtient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240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étiquette par module : son rôle métier. C'est la matière première des domaines.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32004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: 3 modules n'ont pas de docstring (processing/*) ; on lit alors le nom des fonctions.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Tracer qui appelle qui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relève les lignes « from indusense.… import … ». Chaque import est une flèche : « A a besoin de B ».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3EE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flows/predict_flow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773936"/>
            <a:ext cx="548640" cy="0"/>
          </a:xfrm>
          <a:prstGeom prst="line">
            <a:avLst/>
          </a:prstGeom>
          <a:noFill/>
          <a:ln w="28575">
            <a:solidFill>
              <a:srgbClr val="5A6475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520440" y="1600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modeling · scoring · predictions_store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F8E6E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057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flows/retrain_flow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34640" y="2231136"/>
            <a:ext cx="548640" cy="0"/>
          </a:xfrm>
          <a:prstGeom prst="line">
            <a:avLst/>
          </a:prstGeom>
          <a:noFill/>
          <a:ln w="28575">
            <a:solidFill>
              <a:srgbClr val="5A647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3520440" y="2057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arbitration · drift · data_quality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F8E6E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514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834640" y="2688336"/>
            <a:ext cx="548640" cy="0"/>
          </a:xfrm>
          <a:prstGeom prst="line">
            <a:avLst/>
          </a:prstGeom>
          <a:noFill/>
          <a:ln w="28575">
            <a:solidFill>
              <a:srgbClr val="5A6475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3520440" y="2514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modeling/train · modeling/dataset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9718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F8E6E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29718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834640" y="3145536"/>
            <a:ext cx="548640" cy="0"/>
          </a:xfrm>
          <a:prstGeom prst="line">
            <a:avLst/>
          </a:prstGeom>
          <a:noFill/>
          <a:ln w="28575">
            <a:solidFill>
              <a:srgbClr val="5A6475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3520440" y="2971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arbitration · modeling/dataset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4290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CE7F7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4290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834640" y="3602736"/>
            <a:ext cx="548640" cy="0"/>
          </a:xfrm>
          <a:prstGeom prst="line">
            <a:avLst/>
          </a:prstGeom>
          <a:noFill/>
          <a:ln w="28575">
            <a:solidFill>
              <a:srgbClr val="5A6475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352044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modeling/*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8862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3EE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886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834640" y="4059936"/>
            <a:ext cx="548640" cy="0"/>
          </a:xfrm>
          <a:prstGeom prst="line">
            <a:avLst/>
          </a:prstGeom>
          <a:noFill/>
          <a:ln w="28575">
            <a:solidFill>
              <a:srgbClr val="5A6475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352044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seulement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0" y="1600200"/>
            <a:ext cx="2286000" cy="265176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58368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lire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2057400"/>
            <a:ext cx="1965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flèches sortantes : un orchestrateur (les flows).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flèches entrantes : une brique de base (config, modeling).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flèche : un module isolé.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Repérer les points d'entrée : qui déclenche ?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3566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 dans le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déclenche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@app.post / @app.get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api/main.py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client HTTP (application, Swagger)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@flow / @task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flows/*.py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Prefect, à la demande ou planifié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[project.scripts]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cli.py → indusense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data scientist, en ligne de commande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dans scripts/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streamlit_review.py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technicien, via l'interface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aucun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processing/*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 dans le package : les notebooks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points d'entrée deviennent les acteurs du schéma : sans eux, on ne sait pas qui met la machine en route.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package indusense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4 : le schéma fonctionnel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25272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00" y="1344900"/>
            <a:ext cx="199705" cy="199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1252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Données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099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· processing/*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data_quality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08960" y="11430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18688" y="1252728"/>
            <a:ext cx="384048" cy="384048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860" y="1344900"/>
            <a:ext cx="199705" cy="199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75888" y="1252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Modélisation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17099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modeling/* · cli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60720" y="11430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70448" y="1252728"/>
            <a:ext cx="384048" cy="38404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20" y="1344900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27648" y="1252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Service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897880" y="17099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flows/predict_flow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· api/main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760720" y="30632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AF0DC"/>
          </a:solidFill>
          <a:ln w="12700">
            <a:solidFill>
              <a:srgbClr val="FAF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70448" y="3172968"/>
            <a:ext cx="384048" cy="384048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20" y="3265140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27648" y="31729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Retour humain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897880" y="3630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predictions_store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 Streamlit)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108960" y="30632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218688" y="3172968"/>
            <a:ext cx="384048" cy="384048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860" y="3265140"/>
            <a:ext cx="199705" cy="199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675888" y="31729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Cycle de vie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3246120" y="3630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retrain_flow · drift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arbitration · shadow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651760" y="1828800"/>
            <a:ext cx="411480" cy="0"/>
          </a:xfrm>
          <a:prstGeom prst="line">
            <a:avLst/>
          </a:prstGeom>
          <a:noFill/>
          <a:ln w="2857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2487168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.csv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303520" y="1828800"/>
            <a:ext cx="411480" cy="0"/>
          </a:xfrm>
          <a:prstGeom prst="line">
            <a:avLst/>
          </a:prstGeom>
          <a:noFill/>
          <a:ln w="28575">
            <a:solidFill>
              <a:srgbClr val="5B3FA8"/>
            </a:solidFill>
            <a:prstDash val="solid"/>
            <a:tailEnd type="triangle"/>
          </a:ln>
        </p:spPr>
      </p:sp>
      <p:sp>
        <p:nvSpPr>
          <p:cNvPr id="31" name="Text 24"/>
          <p:cNvSpPr txBox="1"/>
          <p:nvPr/>
        </p:nvSpPr>
        <p:spPr>
          <a:xfrm>
            <a:off x="5074920" y="1554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model.joblib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830568" y="2560320"/>
            <a:ext cx="0" cy="457200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6949440" y="2679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 flipH="1">
            <a:off x="5303520" y="3749040"/>
            <a:ext cx="411480" cy="0"/>
          </a:xfrm>
          <a:prstGeom prst="line">
            <a:avLst/>
          </a:prstGeom>
          <a:noFill/>
          <a:ln w="28575">
            <a:solidFill>
              <a:srgbClr val="B7770A"/>
            </a:solidFill>
            <a:prstDash val="solid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530352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 flipV="1">
            <a:off x="4178808" y="2560320"/>
            <a:ext cx="0" cy="45720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37" name="Text 30"/>
          <p:cNvSpPr txBox="1"/>
          <p:nvPr/>
        </p:nvSpPr>
        <p:spPr>
          <a:xfrm>
            <a:off x="4297680" y="2679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réentraîner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57200" y="30632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CEEF1"/>
          </a:solidFill>
          <a:ln w="12700">
            <a:solidFill>
              <a:srgbClr val="5A6475"/>
            </a:solidFill>
            <a:prstDash val="dash"/>
          </a:ln>
        </p:spPr>
      </p:sp>
      <p:sp>
        <p:nvSpPr>
          <p:cNvPr id="39" name="Text 32"/>
          <p:cNvSpPr txBox="1"/>
          <p:nvPr/>
        </p:nvSpPr>
        <p:spPr>
          <a:xfrm>
            <a:off x="59436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: config.py</a:t>
            </a:r>
            <a:endParaRPr lang="en-US" sz="1250" dirty="0"/>
          </a:p>
        </p:txBody>
      </p:sp>
      <p:sp>
        <p:nvSpPr>
          <p:cNvPr id="40" name="Text 33"/>
          <p:cNvSpPr txBox="1"/>
          <p:nvPr/>
        </p:nvSpPr>
        <p:spPr>
          <a:xfrm>
            <a:off x="594360" y="34930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MLflow · clé API · chemin du modèle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③ → ④ → ⑤ → ② → ③ est une boucle MLOps avec humain dans la boucle.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schéma révèle : trois ruptures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344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chaîne non branchée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270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processing/silver_telemetry et gold_features ne sont appelés par aucun module. Ce sont les notebooks TP4 à TP6 qui remplissent la base ; le flow ne fait qu'exporter la table Gold.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32888"/>
            <a:ext cx="438912" cy="438912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32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: l'API est isolée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4261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api/main.py n'importe que config. Il refait la sélection des colonnes de scoring.py et n'enregistre pas ses prédictions : elles n'entrent jamais dans la boucle ④ → 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74136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48456"/>
            <a:ext cx="438912" cy="438912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65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: bascule détachée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75818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retrain_flow s'arrête à l'arbitrage ; shadow.py se lance à part (scripts/run_shadow_mode.py). ingest_terrain_batch n'est appelé que par les tests.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des bugs : les pièces ont été construites et testées une à une, module de formation par module de 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4619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package</a:t>
            </a:r>
            <a:pPr indent="0" marL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regroupe le code métier, testable et installable ; les notebooks l'utilisent, l'image Docker l'embarque.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2391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03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domaines + un socle</a:t>
            </a:r>
            <a:pPr indent="0" marL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données, modélisation, service, retour humain, cycle de vie, sur config.py.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01642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80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se déduit</a:t>
            </a:r>
            <a:pPr indent="0" marL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docstrings → imports → points d'entrée → domaines et flux.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793663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657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sert d'audit</a:t>
            </a:r>
            <a:pPr indent="0" marL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 module sans flèche ou un flux manquant révèle une rupture.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E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refaire l'étape 2 sur scripts/ et tracer comment Streamlit rejoint le package.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package indusense : du code au schéma fonctionnel</dc:title>
  <dc:subject>PptxGenJS Presentation</dc:subject>
  <dc:creator>Guillaume Saïdani</dc:creator>
  <cp:lastModifiedBy>Guillaume Saïdani</cp:lastModifiedBy>
  <cp:revision>1</cp:revision>
  <dcterms:created xsi:type="dcterms:W3CDTF">2026-09-24T08:57:29Z</dcterms:created>
  <dcterms:modified xsi:type="dcterms:W3CDTF">2026-09-24T08:57:29Z</dcterms:modified>
</cp:coreProperties>
</file>