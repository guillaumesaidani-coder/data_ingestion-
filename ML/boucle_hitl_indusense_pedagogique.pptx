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Rappel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B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Champion</c:v>
                  </c:pt>
                  <c:pt idx="1">
                    <c:v>Challenger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0.8814</c:v>
                </c:pt>
                <c:pt idx="1">
                  <c:v>0.8898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41B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"/>
        </c:scaling>
        <c:delete val="0"/>
        <c:axPos val="l"/>
        <c:majorGridlines>
          <c:spPr>
            <a:ln w="9525" cap="flat">
              <a:solidFill>
                <a:srgbClr val="F2F4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35–39 · GUIDE PÉDAGOGIQUE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HITL InduSense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retour terrain d'un technicien jusqu'à la décision chiffrée d'accepter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de rejeter un nouveau modèle — comment ça marche, à quoi ça sert,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lit les résultats.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50749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507492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terrain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50749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507492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50749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0" y="507492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50749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507492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prédiction seule ne prouve jamais rien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sort une probabilité de panne à 24h à partir des features capteurs. Mais rien dans ce chiffre ne dit s'il avait raison — il faut un retour du terrain pour le savoir.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BOUCLE HITL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score, personne ne vérifie sur le terrain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3872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« pas de panne dans 24h » est prise pour « capteur sain 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0565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panne manquée par le modèle n'est jamais tracée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725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dérive du modèle reste invisible jusqu'à l'incident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23951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réentraînement se déclenche à l'aveugle, sur le calendrier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423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BOUCLE HITL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718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technicien qualifie chaque alerte (module 36, Streamlit)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53872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vérité terrain est journalisée fenêtre par fenêtre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10565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 manqué devient un signal exploitable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6725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dérive est mesurée (PSI) avant de toucher au modèle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23951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réentraînement est arbitré et chiffré (module 37-38)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: un humain reste dans la boucle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361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— Human In The Loop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536192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humain intervient entre la prédiction du modèle et sa validation, au lieu de laisser le modèle tourner en circuit fermé.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06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Dans l'industrie, une prédiction mathématique n'est qu'une hypothèse. Tant qu'un technicien n'est pas intervenu sur la machine, l'ordinateur ignore s'il avait raison ou tort. 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feuille_de_route_mlops_indusense.md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DU TECHNICIEN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605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 chaque alerte via l'interface Streamlit — sans toucher au code ni au SQL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 vocabulaire métier : panne confirmée / fausse alerte / capteur défaillant / maintenance préventive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 aussi les incidents que le modèle n'a pas vus venir — le signal le plus précieux pour progresser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379476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APPARTENANCE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315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Équipes de maintenance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892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Désigné explicitement comme tel dans la feuille de route (§3-4) : « techniciens de maintenance ».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: dans le code actuel, ce retour peut aussi être simulé (scripts/simulate_feedback.py) — le rôle est conçu pour un vrai technicien, pas encore garanti utilisé en production.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en 5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930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26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290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backfill_predictions.py note chaque fenêtre (machine_id, window_start) et upsert dans la table predictions.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2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483864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8386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2926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predictions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34290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(SQLite/Postgres) : proba, modèle, features_payload figées, review_status = A_VALIDER.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96596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2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8424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7842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2926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terrain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34290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(module 36) : un technicien qualifie une fausse alerte ou déclare un incident manqué.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196596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2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872984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7298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2926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review_prediction()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34290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ciblé sur la ligne revue : review_status, ground_truth, commentaire, horodatage.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3429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6880" y="196596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67544" y="224028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6754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2926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491472" y="34290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37-38 : le challenger, entraîné avec ces retours, est comparé au champion → décision chiffrée.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flow (feuille de route MLOps) rejoue tel quel : scripts/arbitrate_challenger.py et indusense.flows.retrain_flow partagent la même implémentation (indusense.arbitration) — un script ou un flow ne sont que des façades.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FONCTIONNE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L'interface : deux écrans de revue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 — Affiner une fausse alerte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Pas de panne dans les 24h » ne veut pas dire « capteur sain ». L'écran prend la prochaine fenêtre classée FAUSSE_ALERTE par le simulateur et affiche 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panne, température, vibration (features_payload)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technicien : fausse alerte confirmée / capteur défaillant / maintenance préventive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commentaire libre (ex. numéro de bon d'intervention)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5029200"/>
            <a:ext cx="4617720" cy="411480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029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ground_truth = False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7830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2 — Déclarer un incident non prédit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2860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le plus précieux : une machine tombe en panne sans que le modèle l'ait vue venir. L'écran liste jusqu'à 200 fenêtres encore A_VALIDER 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063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la machine et de la fenêtre concernées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566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 l'incident en texte libre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déclare INCIDENT_NON_PREDIT, pris en compte à l'arbitrage suivant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5029200"/>
            <a:ext cx="4617720" cy="411480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5029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ground_truth = True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clic appelle review_prediction(engine, machine_id, window_start, …) → un UPDATE ciblé sur cette seule ligne, puis st.rerun() recharge la fenêtre suivante en attente.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LE PROUVE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tests/test_streamlit_review.py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L'UI est testée pour de vrai avec streamlit.testing.v1.AppTest : on clique réellement les boutons, puis on relit la base après coup — jamais juste un import qui ne plante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682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9514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test_refine_false_alarm_writes_reclassification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33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« Capteur défaillant » ou « Maintenance préventive » sur une alerte MACH-07, clique valider, puis relit la base : vérifie review_status et reviewer_comment.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6027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test_declare_unpredicted_incident_writes_review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67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 MACH-03 dans la liste A_VALIDER, déclare un incident : vérifie review_status = INCIDENT_NON_PREDIT et ground_truth = True en base.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837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6402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test_metrics_read_real_features_payload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023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la température affichée à l'écran (55,2 °C) provient bien de features_payload en base — pas d'une valeur inventée dans le script.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9436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projet : comptage indépendant, pas la valeur que le script prétend avoir écrite — même discipline qu'au module 30.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SYSTÈME JOURNALISE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table, jamais écrasée par erreur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059936"/>
          </a:xfrm>
          <a:prstGeom prst="roundRect">
            <a:avLst>
              <a:gd name="adj" fmla="val 1802"/>
            </a:avLst>
          </a:prstGeom>
          <a:solidFill>
            <a:srgbClr val="F2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93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machine_id / window_start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0934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composite — une ligne par fenêtre scorée, jamais de doublon (upsert).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121408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762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failure_proba_24h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7627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panne calculée au scoring.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688336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432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model_version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74320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du modèle qui a produit cette prédiction (module 35).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255264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101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features_payload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31012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JSON des features au moment du scoring — permet de rejouer une fenêtre passée.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822192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770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review_status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87705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A_VALIDER par défaut, puis FAUSSE_ALERTE / CAPTEUR_DEFAILLANT / MAINTENANCE_PREVENTIVE / INCIDENT_NON_PREDIT.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389120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44398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ground_truth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44398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Vérité terrain booléenne, posée par la revue (humaine ou simulée).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956048"/>
            <a:ext cx="105156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0109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reviewer_comment / reviewed_at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501091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libre + horodatage de la revue.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75157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7515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évité : l'UPDATE de revue ne touche QUE review_status / ground_truth / reviewer_comment / reviewed_at — jamais les colonnes de prédiction. Rejouer le scoring sur une fenêtre déjà validée n'efface jamais le verdict du technicien.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MODÈLE ET TERRAIN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matrice d'arbitrage — jamais un score moyen seul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période d'arbitrage (jamais vue à l'entraînement), on croise la réussite du champion et celle du challenger, fenêtre par fenêtre.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F8A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272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challenger corrige une erreur du champion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272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modèles ont raison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B23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05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9560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champion avait raison, le challenger se trompe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7A81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4005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MORTS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9560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modèles se trompent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(recall) sur la période d'arbitrage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537960" y="2331720"/>
          <a:ext cx="50749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537960" y="42519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meilleur rappel global (88,98 % &gt; 88,14 %) ne suffit pas : c'est la matrice, pas ce chiffre, qui tranche (slide suivante).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— reports/hitl/arbitration_log.csv (n_arbitrage = 2 854 fenêtres)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 DÉCISION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arbitration_decision() : trois issues possibles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93192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1F8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 = 0  ET  gains &gt;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783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94960" y="1783080"/>
            <a:ext cx="3108960" cy="594360"/>
          </a:xfrm>
          <a:prstGeom prst="roundRect">
            <a:avLst>
              <a:gd name="adj" fmla="val 46154"/>
            </a:avLst>
          </a:prstGeom>
          <a:solidFill>
            <a:srgbClr val="1F8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783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DIRECTE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challenger n'a fait perdre aucune fenêtre déjà gagnée par le champion.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017520"/>
            <a:ext cx="393192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17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&gt; régressions × 3  ET  régressions ≤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017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94960" y="3017520"/>
            <a:ext cx="3108960" cy="594360"/>
          </a:xfrm>
          <a:prstGeom prst="roundRect">
            <a:avLst>
              <a:gd name="adj" fmla="val 4615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94960" y="3017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SOUS DÉROGATION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Quasiment aucune exception tolérée — le gain doit être massif.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51960"/>
            <a:ext cx="3931920" cy="594360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51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51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94960" y="4251960"/>
            <a:ext cx="3108960" cy="594360"/>
          </a:xfrm>
          <a:prstGeom prst="roundRect">
            <a:avLst>
              <a:gd name="adj" fmla="val 46154"/>
            </a:avLst>
          </a:prstGeom>
          <a:solidFill>
            <a:srgbClr val="B23A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4251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DU MODÈLE 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4206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par défaut, y compris quand le rappel global du challenger est meilleur.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: gains=9, régressions=7 → 9 n'est pas &gt; 7×3=21 → REJET_DU_MODELE_N, malgré un rappel challenger supérieur (0,8898 vs 0,8814).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DÉCLENCHE-T-ON L'ARBITRAGE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feux verts avant de dépenser un entraînement (module 38)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819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de validations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819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retours humains enregistrés dans predictions (module 36).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0607040" cy="0"/>
          </a:xfrm>
          <a:prstGeom prst="line">
            <a:avLst/>
          </a:prstGeom>
          <a:noFill/>
          <a:ln w="15875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50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des données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4505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pannes confirmées ou déclarées parmi ces retours.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10607040" cy="0"/>
          </a:xfrm>
          <a:prstGeom prst="line">
            <a:avLst/>
          </a:prstGeom>
          <a:noFill/>
          <a:ln w="15875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19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3192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capteur hors bornes physiques (contrat DAT §5.4).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10607040" cy="0"/>
          </a:xfrm>
          <a:prstGeom prst="line">
            <a:avLst/>
          </a:prstGeom>
          <a:noFill/>
          <a:ln w="15875">
            <a:solidFill>
              <a:srgbClr val="F2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187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constatée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1879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entre trainval et la période proposée &gt; 0,25 (mêmes features que modules 31-34).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19472"/>
            <a:ext cx="10607040" cy="0"/>
          </a:xfrm>
          <a:prstGeom prst="line">
            <a:avLst/>
          </a:prstGeom>
          <a:noFill/>
          <a:ln w="15875">
            <a:solidFill>
              <a:srgbClr val="F2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056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lot terrain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50566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 batch Gold ingéré depuis le cutoff — sinon on rejoue les mêmes données.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03504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6035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verts → Prefect (indusense-retrain-cycle) lance run_arbitration() automatiquement. Un seul feu rouge → cycle SUSPENDU, journalisé, rien n'est entraîné.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ANALYSER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reports/hitl/arbitration_log.csv — append-only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run d'arbitrage (CLI ou Prefect) ajoute une ligne — jamais de réécriture. Un pandas.read_csv() suffit, pas besoin d'un dashboard dédié aujourd'hui.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93167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31470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69773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morts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6379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champion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84682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challenger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229850" y="19659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2026-09-22T14:01Z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93167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1470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2798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69773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6379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0,8814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84682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0,8898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229850" y="242316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REJET_DU_MODELE_N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20040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la colonne decision dans le temps : des REJET_DU_MODELE_N répétés signalent que les retours terrain ne suffisent pas encore à corriger le modèle.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0448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38587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rappel_champion_juin et rappel_challenger_juin ligne à ligne pour voir si l'écart se creuse ou se resserre au fil des cycles.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6285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51713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avec reports/drift/suivi_fenetres.csv (PSI par fenêtre) : une dérive qui monte explique souvent une hausse des régressions.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212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175504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n_pannes_augmentees donne le poids réel des retours terrain dans l'entraînement du challenger — trop faible, l'arbitrage manque de signal.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boucle fermée, jamais un aller simple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00374" y="2240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00374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terrain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00374" y="4526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00374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Vérité journalisée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5669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5669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feux verts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(retrain_flow)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40906" y="4526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41B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40906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(matrice + règle)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40906" y="2240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0906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32120" y="32461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3246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accepté (ACCEPTATION_DIRECTE / SOUS_DEROGATION), le challenger devient le nouveau champion à la prochaine bascule — jamais activé automatiquement (module 39).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2026-09-22T16:13:53Z</dcterms:created>
  <dcterms:modified xsi:type="dcterms:W3CDTF">2026-09-22T16:13:53Z</dcterms:modified>
</cp:coreProperties>
</file>