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040" y="685800"/>
            <a:ext cx="777240" cy="7772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578" y="872338"/>
            <a:ext cx="404165" cy="4041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InduSense dans Docker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8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conteneurisé, la vue applicative, et comment tout tester dans le navigateur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E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ML/compose.yaml · Docker/docker-compose.yml · recommandations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fichiers compose, deux stacks séparées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applicative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ML/compose.yaml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compose « ml »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api · prometheus · grafana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ml-db-1, ml-api-1, ml-prometheus-1, ml-grafana-1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ml_pgdata, ml_prometheus_data, ml_grafana_data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démarrée sur ce PC à ce jour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3776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développement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26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Docker/docker-compose.yml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compose « docker »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2860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admin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docker-db-1, docker-admin-1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pg-db-data, pg-gui-data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service : c'est la base peuplée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d'un conteneur = &lt;projet&gt;-&lt;service&gt;-&lt;n°&gt;. Le projet vient du dossier du fichier compose.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ML/compose.yaml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stack applicative, service par service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1600200"/>
                <a:gridCol w="1828800"/>
                <a:gridCol w="1508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hôte → conteneur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A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Démarre après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AC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postgres:16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aucun (interne)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: Gold, prédictions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 ./Dockerfile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8010 → 8000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FastAPI de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en bonne santé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prometheus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prom/prometheus:v3.1.0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9091 → 9090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 les métriques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en bonne santé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grafana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grafana/grafana:11.4.0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3010 → 3000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tableaux de bord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en bonne santé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en chaîne : </a:t>
            </a:r>
            <a:pPr indent="0" marL="0">
              <a:buNone/>
            </a:pPr>
            <a:r>
              <a:rPr lang="en-US" sz="12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attend que le précédent réponde à son healthcheck (depends_on: service_healthy). Lancement : docker compose up -d --build dans ML/.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ports hôte (8010, 9091, 3010) sont décalés pour ne pas entrer en conflit avec les processus lancés hors Docker (8000, 9090, 3000).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api · conteneur ml-api-1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L'API, le seul service construit par le projet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4592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 depuis ML/Dockerfile, en 2 étapes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Python 3.13, les dépendances (sans le groupe dev), le package indusense et model.joblib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non-root appuser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 publiée par la CI : ghcr.io/…/indusense-api:&lt;commit&gt;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fournies par compose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73752" y="1618488"/>
            <a:ext cx="36484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API_KEY=dev-local-key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DB_HOST=db   DB_PORT=5432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PREDICTIONS_DB_URL=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postgresql+psycopg2://…@db/indusense_db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MODEL_PATH=/app/artifacts/models/…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2971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navigateur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09160" y="3291840"/>
            <a:ext cx="3977640" cy="109728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73752" y="3401568"/>
            <a:ext cx="36484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http://localhost:8010/docs     Swagger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http://localhost:8010/health   vivant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http://localhost:8010/ready    modèle chargé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http://localhost:8010/metrics  Prometheus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autres services de la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47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· ml-db-1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postgres:16, volume ml_pgdata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port publié : seule l'API la voit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au premier démarrage : ni tables, ni données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3552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56432" y="1280160"/>
            <a:ext cx="502920" cy="502920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4008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 · ml-prometheus-1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api:8000/metrics toutes les 15 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l'exporteur de dérive host.docker.internal:9110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d'alerte : PSI &gt; 0,25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http://localhost:9091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9904" y="11430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72784" y="1280160"/>
            <a:ext cx="502920" cy="502920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5" y="140086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2784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 · ml-grafana-1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Prometheus provisionnée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InduSense : « dérive &amp; métriques » et « SLO API »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http://localhost:3010 (admin / admin au 1er accès)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provisionné par fichiers (prometheus.yml, drift_alert_rules.yml, grafana/provisioning) : rien à configurer à la souris.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Docker/docker-compose.yml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de développement, déjà peuplée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17320"/>
                <a:gridCol w="1691640"/>
                <a:gridCol w="9144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hôte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docker-db-1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postgres:15.1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tables : Bronze, Silver, Gold (132 940 lignes), référentiel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docker-admin-1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dpage/pgadmin4:6.15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8082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pgAdmin : explorer les tables, écrire du 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28803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58368" y="2971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elle a été remplie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33101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créées par les migrations Alembic (alembic upgrade head), référentiel par machine.sql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chargé par TP4 ; Silver et Gold reconstruits par le flow indusense-etl (commande indusense etl)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par les notebooks, le flow ETL, l'entraînement, et vos tests dans pgAdmin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tourne hors Docker, sur le PC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97480"/>
                <a:gridCol w="1463040"/>
                <a:gridCol w="20574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technicien (Streamlit)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streamlit run scripts/streamlit_review.py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localhost:8501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les alertes, déclarer un incident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mlflow ui --backend-store-uri sqlite:///…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localhost:5000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historique des entraînements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Exporteur de dérive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scripts/export_drift_metrics.py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localhost:9110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alimente le dashboard dérive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 Prefect (ETL, prédiction, réentraînement)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indusense etl · flows/pipeline.py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tournent puis s'arrêtent (pas de serveur Prefect)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des prédictions (locale)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artifacts/predictions.db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lue par Streamlit, hors 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flow de prédiction peut aussi tourner dans le conteneur : docker compose run --rm --no-deps api python -m indusense.flows.predict_flow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applicative actuelle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: localhost:8010 · 9091 · 3010 · 8082 · 8501 · 5000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66160" cy="2697480"/>
          </a:xfrm>
          <a:prstGeom prst="roundRect">
            <a:avLst>
              <a:gd name="adj" fmla="val 2034"/>
            </a:avLst>
          </a:prstGeom>
          <a:solidFill>
            <a:srgbClr val="E3EEFB"/>
          </a:solidFill>
          <a:ln w="12700">
            <a:solidFill>
              <a:srgbClr val="1B6A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« ml » (ML/compose.yaml)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ml-api-1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37744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72491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:8010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B476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9152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76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ml-db-1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237744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16 · vide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359152" y="272491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32004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ml-prometheus-1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342900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77647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0" y="315468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59152" y="32004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ml-grafana-1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59152" y="3429000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359152" y="377647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:3010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60520" y="1737360"/>
            <a:ext cx="2103120" cy="2697480"/>
          </a:xfrm>
          <a:prstGeom prst="roundRect">
            <a:avLst>
              <a:gd name="adj" fmla="val 2609"/>
            </a:avLst>
          </a:prstGeom>
          <a:solidFill>
            <a:srgbClr val="ECE7F7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70248" y="1783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« docker 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210312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25112" y="21488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docker-db-1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5112" y="237744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15 · peuplée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325112" y="272491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51960" y="31546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25112" y="320040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docker-admin-1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325112" y="342900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325112" y="37764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0" y="1737360"/>
            <a:ext cx="2286000" cy="2697480"/>
          </a:xfrm>
          <a:prstGeom prst="roundRect">
            <a:avLst>
              <a:gd name="adj" fmla="val 2400"/>
            </a:avLst>
          </a:prstGeom>
          <a:solidFill>
            <a:srgbClr val="F1F4F8"/>
          </a:solidFill>
          <a:ln w="12700">
            <a:solidFill>
              <a:srgbClr val="56657A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510528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Docker (PC)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21031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65392" y="21488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65392" y="237744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technicien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565392" y="249631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:8501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92240" y="2816352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65392" y="286207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· exporteur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65392" y="309067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· dérive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320954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:5000 · :9110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3529584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65392" y="357530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predictions.db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380390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« îlots » de données : ml-db-1 (vide), docker-db-1 (peuplée), predictions.db (SQLite). L'API conteneurisée ne voit que le premier.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points d'attention avant de tester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416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47584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34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Postgres qui ne se parlent pas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54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« ml » démarre avec sa propre base, vide. L'API y écrirait ses prédictions, loin des données de docker-db-1 et de Streamlit.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57312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317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s'arrêtent au 8 juin 2026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651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Les 6 dernières heures » par rapport à maintenant ne contiennent rien : il faut raisonner par rapport au dernier relevé, ou rejouer des données.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538728"/>
            <a:ext cx="548640" cy="548640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67040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4290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services dépendent de l'hôte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749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dérive attend l'exporteur sur l'hôte (host.docker.internal:9110) ; Streamlit et MLflow ne sont pas dans compose.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besoins de test face à l'existant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74904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Aujourd'hui, dans le navigateur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: un technicien alimente un lot de maintenance ou d'incidents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écran : ingest_terrain_batch en Python, ou SQL dans pgAdmin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: sécurité et santé de l'API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Swagger :8010/docs (401, 413, 429), /health, /ready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Technicien : valider une alerte, déclarer un incident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:8501 (hors Docker, base SQLite)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hors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: prédiction pour une machine précise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Swagger /predict-tabular : il faut fournir 78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difficile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: relevés des 6 dernières heures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écran ; Grafana ne lit que 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manque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: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:3010 (dérive, SLO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724205"/>
            <a:ext cx="380390" cy="3803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stack, une seule base, un portail : tout tester depuis le navigateur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E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stack unique · R2 portail Streamlit · R3 Grafana sur Postgres · R4 API de consultation · R5 plan de tests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stack, une seule base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120640" cy="3063240"/>
          </a:xfrm>
          <a:prstGeom prst="roundRect">
            <a:avLst>
              <a:gd name="adj" fmla="val 1791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1298448"/>
            <a:ext cx="4791456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        postgres:16      # la seule 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migrate:   image de l'api   # alembic + machine.sql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seed:      image de l'api   # CSV DVC → Bronze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etl:       image de l'api   # Silver + Gold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       build .          # :8010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ui:        streamlit        # :8501  (R2)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prometheus · grafana        # :9091 · :3010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pgadmin:   pgadmin4         # :8082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drift-exporter · mlflow     # :9110 · :5000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Proposition, à construire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188720"/>
            <a:ext cx="2880360" cy="3383280"/>
          </a:xfrm>
          <a:prstGeom prst="roundRect">
            <a:avLst>
              <a:gd name="adj" fmla="val 2540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98932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64592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 compose up et tout est prêt, données comprises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Streamlit, Grafana et pgAdmin lisent la même base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conflit de port avec le PostgreSQL de Windows : la base Docker devient la seule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jobs migrate, seed, etl tournent une fois puis s'arrêtent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640080" cy="64008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455371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502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portail Streamlit : le service « ui »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813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alertes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: scripts/streamlit_review.py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0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valider, déclarer un incident non prédit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813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terrain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créer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1920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un CSV de maintenance ou d'incidents → ingest_terrain_batch, puis bouton « reconstruire » → flow ETL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machine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créer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MACH-07 → dernière prédiction et son heure, ou simulation « et si… »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08152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406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récents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40680" y="3200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créer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489204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des capteurs sur les 6 heures qui précèdent le dernier relevé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d'accueil avec des liens vers Swagger, Grafana, pgAdmin et MLflow : un seul point d'entrée, http://localhost:8501.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 Grafana sur Postgres · R4 consultation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252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6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Grafana lit aussi la 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source PostgreSQL provisionnée, et un dashboard « Relevés récents » 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12848"/>
            <a:ext cx="32826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observed_at, sensor_value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silver_sensor_reading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machine_id = '$machine'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sensor_type = 'temperature_c'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observed_at &gt; (SELECT max(observed_at)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FROM silver_sensor_reading)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interval '6 hours'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$machine : une liste déroulante des 15 machines.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4F2EA"/>
          </a:solidFill>
          <a:ln w="12700">
            <a:solidFill>
              <a:srgbClr val="E4F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910328" y="1252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Consulter plutôt que calculer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10328" y="164592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55648"/>
            <a:ext cx="3282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/machines/{id}/prediction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machine_id, window_start,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failure_proba_24h,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model_version }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28346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donne seulement l'identifiant de la machine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chiffre que celui validé par les techniciens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/predict-tabular reste pour la simulation « et si… » (option C du dossier facteur / guichet)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applicative cible, dans le navigateur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0233A"/>
          </a:solidFill>
          <a:ln w="12700">
            <a:solidFill>
              <a:srgbClr val="1023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→ http://localhost:8501 (portail) + liens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743200"/>
          </a:xfrm>
          <a:prstGeom prst="roundRect">
            <a:avLst>
              <a:gd name="adj" fmla="val 2000"/>
            </a:avLst>
          </a:prstGeom>
          <a:solidFill>
            <a:srgbClr val="E4F2EA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37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stack compose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10312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3172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Streamlit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3347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:8501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205740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9152" y="210312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359152" y="233172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359152" y="263347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:8010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31920" y="205740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05072" y="210312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grafana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233172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263347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:3010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77840" y="2057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50992" y="2103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pgadmin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50992" y="233172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50992" y="263347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205740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3F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05472" y="2103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233172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633472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342900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59152" y="3474720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359152" y="3703320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: Bronze · Silver · Gold · prédictions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59152" y="400507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:5432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3429000"/>
            <a:ext cx="15087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B6A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347472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6A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370332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drift-exporter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400507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77840" y="3429000"/>
            <a:ext cx="2971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6657A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5650992" y="3474720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6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 · seed · etl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650992" y="370332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d'initialisation (une fois)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89888" y="2880360"/>
            <a:ext cx="1005840" cy="548640"/>
          </a:xfrm>
          <a:prstGeom prst="line">
            <a:avLst/>
          </a:prstGeom>
          <a:noFill/>
          <a:ln w="190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035808" y="2880360"/>
            <a:ext cx="0" cy="548640"/>
          </a:xfrm>
          <a:prstGeom prst="line">
            <a:avLst/>
          </a:prstGeom>
          <a:noFill/>
          <a:ln w="190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681728" y="2880360"/>
            <a:ext cx="0" cy="548640"/>
          </a:xfrm>
          <a:prstGeom prst="line">
            <a:avLst/>
          </a:prstGeom>
          <a:noFill/>
          <a:ln w="190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5349240" y="2880360"/>
            <a:ext cx="932688" cy="548640"/>
          </a:xfrm>
          <a:prstGeom prst="line">
            <a:avLst/>
          </a:prstGeom>
          <a:noFill/>
          <a:ln w="1905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interfaces lisent la même base : ce que le technicien saisit, l'utilisateur le voit.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 · Un plan de tests dans le navigateur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1737360"/>
                <a:gridCol w="365760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6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Déposer un lot de 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 › Saisie terrain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+N lignes en Bronze, lot « done » dans ingestion_batch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6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Redéposer le même fichier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 › Saisie terrain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ligne ajoutée (idempotence par empreinte)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6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Reconstruire Silver et Gold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 › bouton ETL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nouveau lot « gold » ; feu vert n°5 au vert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6A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de l'API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:8010/docs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sans clé · 413 &gt; 64 Ko · 429 au-delà de 60/min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pour MACH-07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 › Prédire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probabilité, heure et version du modèle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Relevés des 6 dernières heures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:3010 ou ui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courbes des 4 capteurs, 6 points horaires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une alerte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 › Revue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PANNE_CONFIRMEE visible dans pgAdmin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dérive et SLO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826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:3010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8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par capteur, latence p95, disponibilité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test technique · U = test utilisateur. T4 et U4 sont faisables dès aujourd'hui.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quel ordre avancer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2344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unique (R1)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630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les deux compose, un seul Postgres, jobs migrate · seed · etl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188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de tout le reste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208483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« ui » (R2)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13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la revue technicien existante, puis ajouter Saisie terrain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391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débloque T1 à T3 et U3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35224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2871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et consultation (R3, R4)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638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Postgres dans Grafana, page Prédire, GET /machines/{id}/prediction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8895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débloque U1 et U2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3785616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 (R5)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0142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cas T1 à U4 dans cahier_de_tests_indusense.md, puis les automatiser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7398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rejouables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attendant : pgAdmin (:8082) pour les données, Swagger (:8010) pour l'API, Grafana (:3010) pour les dashboards.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Docker et vue applicative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4619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Dockerisé aujourd'hui</a:t>
            </a:r>
            <a:pPr indent="0" marL="0">
              <a:buNone/>
            </a:pPr>
            <a:r>
              <a:rPr lang="en-US" sz="1500" dirty="0">
                <a:solidFill>
                  <a:srgbClr val="C8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db, api, prometheus, grafana (stack « ml ») et db, admin (stack « docker »).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2391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Docker</a:t>
            </a:r>
            <a:pPr indent="0" marL="0">
              <a:buNone/>
            </a:pPr>
            <a:r>
              <a:rPr lang="en-US" sz="1500" dirty="0">
                <a:solidFill>
                  <a:srgbClr val="C8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Streamlit, MLflow, exporteur de dérive, flows Prefect, predictions.db.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B4760A"/>
          </a:solidFill>
          <a:ln w="12700">
            <a:solidFill>
              <a:srgbClr val="B4760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01642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piège</a:t>
            </a:r>
            <a:pPr indent="0" marL="0">
              <a:buNone/>
            </a:pPr>
            <a:r>
              <a:rPr lang="en-US" sz="1500" dirty="0">
                <a:solidFill>
                  <a:srgbClr val="C8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trois îlots de données. L'API conteneurisée ne voit pas la base peuplée.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793663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</a:t>
            </a:r>
            <a:pPr indent="0" marL="0">
              <a:buNone/>
            </a:pPr>
            <a:r>
              <a:rPr lang="en-US" sz="1500" dirty="0">
                <a:solidFill>
                  <a:srgbClr val="C8D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stack, une base, un portail sur :8501, et un plan de tests T1 à U4.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E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lancer docker compose up -d --build dans ML/, ouvrir :8010/docs puis :3010, et noter ce qui manque.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InduSense dans Docker : vue applicative et tests</dc:title>
  <dc:subject>PptxGenJS Presentation</dc:subject>
  <dc:creator>Guillaume Saïdani</dc:creator>
  <cp:lastModifiedBy>Guillaume Saïdani</cp:lastModifiedBy>
  <cp:revision>1</cp:revision>
  <dcterms:created xsi:type="dcterms:W3CDTF">2026-09-24T13:38:25Z</dcterms:created>
  <dcterms:modified xsi:type="dcterms:W3CDTF">2026-09-24T13:38:25Z</dcterms:modified>
</cp:coreProperties>
</file>