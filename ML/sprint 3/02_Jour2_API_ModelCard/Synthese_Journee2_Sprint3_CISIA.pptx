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Synthèse — Journée 2,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Modules 25-26 (API FastAPI, Sécurité API)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de synthèse — Sprint 3 CISIA · 25/08/2026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ce chantier ajoute au socle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jalon 02 avait bouclé la CI (build, lint, tests) ; le jalon 03 ouvre l'application — une API FastAPI exposée derrière un contrat explicite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La Model Card devient le contrat de preuve : chaque affirmation technique doit être [mesuré] avec un chemin vers un artefact réel, jamais une déclaration sur parole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Deux portes distinctes : C4 (structure et provenance déclarées) et C5 (preuves réelles complètes) — un passage vert signifie « prêt pour revue », jamais « compétence acquise »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Une API qui répond 200 sans jamais refuser (503 / 401 / 422) n'est pas un contrat, c'est une façade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démarche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CHRONOLOGIE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fil de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1. Jalon 03 chargé (merge sans conflit) → le socle M24 se prolonge en module 25 : API FastAPI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2. Preuve d'intégration : uv sync, pytest (18 passed), ruff check — environnement sain avant le TP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3. Surcouche M25 appliquée : tests 503 (/ready, /predict-tabular) et porte Model Card installés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4. 12 tests verts (6 API canoniques + 2 tests 503 + 4 Model Card gate) — structure validée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5. Model Card complétée avec des preuves réelles : artefact, données (DVC), métriques (metrics.json)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6. Dépendance mlflow ajoutée, entraînement rejoué avec tracking réel → run enregistré au registre indusense-rf v2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7. Porte stricte --require-c5 repassée : STRUCTURE=PASS, C4=READY_FOR_REVIEW, C5=READY_FOR_REVIEW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chronologie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la séance a réellement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API — src/indusense/api/ : /health, /ready, /predict-tabular avec authentification par clé et readiness réelle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Tests — tests/test_api.py, tests/test_readiness_probe.py, tests/test_model_card_gate.py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Model Card — docs/model_card.md : trois niveaux (métier, technique, conformité) + benchmark externe isolé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Preuves C5 — evidence/mlflow.txt (run_id réel), metrics.json, gold_dataset.csv.dvc, model_metadata.json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MLflow — sqlite:///mlflow.db, expérience indusense-maintenance, modèle enregistré indusense-rf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cas concret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INVENTAIRE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été produit pendant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Contenu livrable : docs/model_card.md renseigné, evidence/mlflow.txt, tests et validateur M25 installés depuis la surcouche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État local généré par les outils, non versionné : mlflow.db, mlruns/ (tracking), artifacts/models/rf.joblib régénéré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Reproductibilité vérifiée : mêmes seed et données → mêmes métriques (PR-AUC 0,1036) avant et après le nouveau run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Dépendance ajoutée : groupe optionnel mlops (mlflow, dvc) synchronisé pour produire une preuve C5 réelle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Aucune preuve n'a été inventée : un dossier mlruns sans meta.yaml a été écarté faute de traçabilité authentique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Décision git (commit a9bc456) : evidence/mlflow.txt, docs/model_card.md et model_metadata.json versionnés ; mlflow.db reste exclu par .gitignore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TP1 (contrat I/O) et TP2 (12 tests verts) validés ; TP3 (middleware X-Request-ID) opérationnel — extension facultative /predict-image non implémentée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inventaire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guidé chaque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Ne jamais déclarer [mesuré] sans fichier preuve= réel et vérifiable — la porte le contrôle mécaniquement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Un dossier qui ressemble à un run MLflow n'en est pas un sans meta.yaml/params/metrics — vérifier la structure avant de citer une preuve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Rejouer l'entraînement pour vérifier la reproductibilité avant de faire confiance à un nouvel artefact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Garder C5 à NOT_READY tant que les quatre preuves ne sont pas réunies — un vert prématuré casse la confiance dans la porte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Séparer strictement le benchmark externe (Marine) du modèle réel — la porte bloque tout chiffre Marine hors 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bonnes pratiques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Prêt pour revue, pas encore pour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Aujourd'hui : C4 et C5 sont verts sur le socle actuel — la Model Card est prête pour revue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Reste à traiter dans le jalon 03 : les niveaux « métier » et « conformité » restent à [à produire]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Classification AI Act : reste [à confirmer] avec le référent conformité — ne jamais la trancher seul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Prochain mouvement : sécuriser l'API (M26) avant d'envisager la conteneurisation (M27-28)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Preuve finale M25 déjà vérifiée : /docs lisible · /health 200 · /predict-tabular 200 (clé) · 401 sans clé · 422 si &lt;7 relevés · 503 sans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prochaines étapes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Passer de « documenté » à « implémenté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jalon 04 ouvre le module Sécurité : STRIDE appliqué à /predict-tabular et au pipeline qu'il déclenche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Règle du module : un contrôle « priorisé » n'est pas un contrôle « implémenté » — seul un code HTTP observé par un test compte comme preuve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Cinq contrôles classés dès l'ouverture : auth, validation, rate limit, taille de payload, audit logging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 contrôle documenté sans test n'est qu'une intention, pas une preuve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démarche (M26)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CHRONOLOGIE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fil de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1. Conflit de fusion sur jalon/04 (ci.yml, api/main.py) → rattrapage officiel depuis origin/jalon/04, ancien travail préservé (branche + sauvegarde)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2. Tour du code sécurité : security.py (MAX_BODY_BYTES, rate_limit, rate_limit_dependency) et main.py (require_api_key, dependencies)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3. uv sync --frozen --extra dev, Python 3.13.x confirmé avant le TP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4. TP1 : threat_model.md (STRIDE) + security_controls.md (registre 5 lignes) rédigés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5. TP2 : uv run pytest tests/test_api.py tests/test_security.py -q → 0 échec, 401/422/429/413 prouvés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6. TP3 : test complémentaire de non-divulgation (clé API, payload) ajouté dans les logs → vert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7. Preuve finale : 11 tests verts, registre exact 4 Implémenté + 1 Planifié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chronologie (M26)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la séance a réellement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Sécurité — src/indusense/api/security.py : limit_body_size (413), rate_limit_dependency (429, politique fixe 60/60 non surchargeable)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Auth — main.py : require_api_key (401), branché via Depends sur /predict-tabular et /predict-image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Tests — tests/test_security.py : 413, 400 (Content-Length illisible), non-exposition de ?limit=/?window=, 429 au 61e appel, non-divulgation logs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Documentation — threat_model.md (STRIDE complet) et security_controls.md (registre 4 Implémenté + 1 Planifié v0)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Preuve — uv run pytest tests/test_api.py tests/test_security.py -q → 11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cas concret (M26)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INVENTAIRE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été produit pendant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Contenu livrable : threat_model.md, security_controls.md, test test_no_secret_or_payload_leak_in_logs ajouté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Registre exact : 4 lignes Implémenté (Auth, Validation, Rate limit, Taille payload), 1 ligne Planifié v0 (Audit logging)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Aucune preuve inventée : l'audit logging reste marqué Planifié v0 tant qu'aucun événement structuré ni test dédié n'existe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.gitignore corrigé : pack apprenant et artefacts MLflow exclus, retrouvés après le rattrapage sur jalon/04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Décision git : checkpoint M26 commité (threat model, registre, test de non-divulgation)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TP1 (attack tree), TP2 (durcir sans casser) et TP3 (preuve complémentaire) tous validés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inventaire (M26)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guidé chaque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Ne jamais confondre corrélation (X-Request-ID) et audit : un identifiant technique ne prouve ni qui, ni quand, ni quoi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Brancher rate_limit_dependency (jamais rate_limit directement) : un paramètre par défaut deviendrait un ?query= exploitable côté client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/health reste ouvert sans clé : c'est la sonde de liveness d'un orchestrateur — la protéger casserait le monitoring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Un registre de contrôles n'a de valeur que si chaque ligne a un test qui observe le code HTTP réel, jamais une simple exception Python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Ne jamais logguer clé API, payload ou donnée personnelle — un log bavard est une fuite (menace Information disclosure)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bonnes pratiques (M26)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Quatre contrôles prouvés, un cinquième assumé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Aujourd'hui : 4 contrôles prouvés (401/422/429/413), 1 planifié (audit logging) — registre et threat model déposés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Reste à traiter : l'audit logging (événement structuré, sans clé/payload/PII, avec test dédié) — toujours Planifié v0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Prochain mouvement : conteneuriser l'API (M27) — Dockerfile multi-stage, utilisateur non-root, artefact modèle inclus (Variante A)</a:t>
            </a:r>
          </a:p>
          <a:p>
            <a:pPr>
              <a:spcAft>
                <a:spcPts val="14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Preuve finale M26 déjà vérifiée : 11 tests verts · 401/422/429/413 prouvés · registre 4 Implémenté + 1 Planifié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prochaines étapes (M26)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jalon 03-04 ouvre puis sécurise l'application (API M25, Sécurité M26) sur un socle déjà testé, linté et tracé par la CI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La Model Card (M25) et le registre de sécurité (M26) partagent la même règle : une preuve mesurée, jamais une déclaration sur parole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Quatre contrôles de sécurité prouvés par test, un cinquième (audit logging) assumé Planifié v0 — pas de vert prématuré</a:t>
            </a:r>
          </a:p>
          <a:p>
            <a:pPr>
              <a:spcAft>
                <a:spcPts val="14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Prochaine étape : conteneuriser l'API (M27) avant le déploiement local en compose (M28)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Synthèse — résumé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9712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8712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