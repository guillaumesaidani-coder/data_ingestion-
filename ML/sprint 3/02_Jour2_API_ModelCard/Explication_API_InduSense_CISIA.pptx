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67" r:id="rId18"/>
    <p:sldId id="258" r:id="rId9"/>
    <p:sldId id="259" r:id="rId10"/>
    <p:sldId id="260" r:id="rId11"/>
    <p:sldId id="268" r:id="rId19"/>
    <p:sldId id="261" r:id="rId12"/>
    <p:sldId id="269" r:id="rId20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8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4864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L'API InduSense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Ce qu'elle est, comment elle a été construite, comment elle a été validée — Module 25-26,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pédagogique — Sprint 3 CISIA · 26/08/2026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Pourquoi une API, et pourquoi un contrat explicite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modèle entraîné en Sprint 2 (jalon 02) est inutilisable en l'état : il faut l'exposer derrière une interface HTTP que d'autres systèmes peuvent appeler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jalon 03 « ouvre » l'application avec FastAPI : le modèle, chargé au démarrage, devient joignable via des routes HTTP décrites par un contrat, pas par la documentation seule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Pydantic décrit la forme exacte des entrées et des sorties ; FastAPI publie ce contrat automatiquement dans une documentation interactive (Swagger, /docs)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Une API qui répond 200 sans jamais refuser (503 / 401 / 422) n'est pas un contrat, c'est une façade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démarche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C'est quoi FastAPI, et comment a-t-il été chargé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FastAPI est un framework web Python : un décorateur (@app.get, @app.post) au-dessus d'une fonction déclare une route ; FastAPI lit la requête, valide via Pydantic, appelle la fonction, sérialise la réponse en JSON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Il génère automatiquement une documentation interactive (Swagger, /docs) à partir du même contrat Pydantic — aucune documentation à écrire à la main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Déclaré comme dépendance dans pyproject.toml (fastapi&gt;=0.111), au même titre que pandas ou pydantic — pas un outil à part, une librairie du projet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uv sync résout les versions (uv.lock) et installe fastapi — avec starlette, pydantic, uvicorn — dans .venv ; c'est ce chargement préalable qui rend `from fastapi import FastAPI` importable dans main.py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Sans cette installation préalable, l'import échouerait avant même que l'API ne démarre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FastAPI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LANCEMENT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Accéder à Swagger : le serveur doit tourner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/docs n'existe que si le serveur ASGI est démarré — FastAPI ne publie rien tant qu'aucun processus n'écoute sur un 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Commande, à la racine du projet : uv run uvicorn indusense.api.main:app --reload --port 8000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--reload recharge automatiquement le code à chaque modification — pratique en développement, à ne jamais utiliser en production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Dès le message « Uvicorn running on http://127.0.0.1:8000 » affiché dans le terminal, http://localhost:8000/docs devient accessible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C'est à cet instant que lifespan() charge le modèle (store._BUNDLE) ; tant que ce chargement n'a pas eu lieu, /ready répond 503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lancement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Comment src/indusense/api/main.py est construit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lifespan() charge le modèle UNE SEULE FOIS au démarrage (store._BUNDLE) ; s'il est introuvable, le serveur démarre quand même mais /ready renverra 503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Deux middlewares HTTP empilés : add_request_id trace chaque requête (en-tête X-Request-ID) puis limit_body_size rejette les corps trop volumineux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Instrumentator() branche Prometheus automatiquement et expose /metrics, une route technique masquée de la documentation Swagger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require_api_key est injecté via Depends() sur les routes sensibles : FastAPI l'exécute AVANT la route et bloque net si la clé est absente ou invalide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CONTRAT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schemas.py : la forme exacte des données (Pydantic)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SensorReading : timestamp + temperature (bornée entre -20 et 200 °C) + pressure_bar (bornée entre 0 exclu et 400 bar) — des règles métier, pas de simples vérifications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TabularPredictionRequest : machine_id + au moins 7 relevés (min_length=7), seuil déduit du calcul des features temporelles (lags et moyennes glissantes)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PredictionResponse : proba_panne bornée [0,1], decision, model_version, threshold — la traçabilité du modèle voyage avec chaque réponse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Toute donnée hors contrat est rejetée en 422 avant même d'atteindre le code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contrat de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security.py : trois garde-fous indépendants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limit_body_size (middleware) : rejette tout corps de requête supérieur à 64 Kio -&gt; 413 ; un Content-Length illisible -&gt; 400, jamais un crash 500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rate_limit : fenêtre glissante (une deque d'horodatages par IP), 60 requêtes par minute par défaut -&gt; 429 au-delà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rate_limit_dependency est branchée à la place de rate_limit : exposer la fonction paramétrée directement laisserait un client écrire ?limit=100000 et désactiver la limite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require_api_key (main.py) : clé absente ou invalide -&gt; 401 ; complète la défense en profondeur avec l'authentification, la taille et le débit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sécurité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corps de la requête : donnée métier, pas l'authentification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Définition générale : dans une requête HTTP, le payload est le corps du message — les données métier transportées, à distinguer des en-têtes (authentification, métadonnées)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Dans InduSense : le payload de POST /predict-tabular est le JSON { machine_id, relevés SensorReading } ; celui de /predict-image est le fichier image envoyé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contrat Pydantic (schemas.py) valide sa forme ; limit_body_size (security.py) plafonne sa taille à 64 Kio -&gt; 413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Non-divulgation : les tests de sécurité vérifient qu'aucun payload n'apparaît dans les logs (loguru) — menace Information disclosure du threat model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Payload trop volumineux ou hors contrat : toujours un refus explicite (413 / 422), jamais une troncature silencieuse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payload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Les cinq points d'entrée de l'API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GET /health — liveness : le processus tourne-t-il ? 200 systématique, sans clé (sonde d'orchestrateur)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GET /ready — readiness : le modèle est-il chargé ? 200 avec la version, ou 503 sinon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POST /predict-tabular — cœur métier : clé API + rate limit, calcule les features temporelles puis prédit la probabilité de panne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POST /predict-image — valide le fichier reçu (non vide, type image/*) ; le scoring par auto-encodeur reste à brancher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GET /metrics — métriques Prometheus, masquées de la documentation Swagger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routes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TESTS FONCTIONNELS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tests/test_api.py : prouver le contrat, pas juste l'exécuter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TestClient simule de vraies requêtes HTTP sans ouvrir de port réseau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app.dependency_overrides remplace le vrai modèle par un mini-modèle entraîné en local (10 arbres, données jouets) — rapide et indépendant du disque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Scénarios couverts : /health -&gt; 200 ; sans clé -&gt; 401 ; 0 relevé -&gt; 422 ; requête complète -&gt; 200 avec proba et décision cohérentes ; machine_id non canonique normalisé en interne mais conservé brut en sortie ; machine_id invalide -&gt; 422, jamais 500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Chaque test isole un seul comportement et nettoie l'override juste après (dependency_overrides.clear())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tests fonctionnels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TESTS 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tests/test_security.py : observer le code HTTP, pas juste l'exception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Corps trop volumineux (MAX_BODY_BYTES + 1 octets) -&gt; 413 ; Content-Length non numérique -&gt; 400 avec message explicite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Vérification OpenAPI : « limit » et « window » sont absents des paramètres publiés de /predict-tabular — le contournement par query string est structurellement impossible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rate_limit appelé directement 60 fois (limite atteinte) : le 61e appel lève une HTTPException 429 — test unitaire fin, sans passer par TestClient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Non-divulgation : un sink loguru capture les logs d'un appel réel ; ni la clé API ni le payload n'y apparaissent (menace Information disclosure du threat model)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tests sécurité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Une preuve, c'est un code HTTP observé par un test — jamais une exception Python isolée ni une déclaration sur parole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Isoler le modèle réel des tests via dependency_overrides : rapide, déterministe, sans dépendre d'un fichier sur disque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Ne jamais brancher une dépendance paramétrée directement (rate_limit) : un paramètre par défaut devient un ?query= exploitable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/health reste ouvert sans clé — protéger la sonde de liveness casserait le monitoring de l'orchestrateur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Séparer 4xx (faute du client : 401/422/413/429) et 5xx (bug serveur) — canoniser au bord (normalize_machine_id) plutôt que planter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API — bonnes pratiques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L'API InduSense expose le modèle derrière un contrat Pydantic explicite : entrées et sorties validées, jamais une déclaration sur parole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Trois garde-fous indépendants (authentification, taille de payload, débit) complètent la validation de schéma — une défense en profondeur, pas un seul filtre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11 tests verts couvrent le scénario nominal (200), les erreurs côté client (401 / 422 / 413 / 429) et l'absence de fuite dans les logs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Prochaine étape : conteneuriser cette API (M27) avant le déploiement local en compose (M28)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Explication API — résumé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CYCLE D'UNE REQUÊTE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1F24"/>
                </a:solidFill>
                <a:latin typeface="Calibri"/>
              </a:rPr>
              <a:t>POST /predict-tabular : le trajet d'une requête, étape par étape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595000" cy="850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5875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Requête</a:t>
            </a:r>
          </a:p>
          <a:p>
            <a:pPr algn="ctr"/>
            <a:r>
              <a:rPr sz="1000" b="0">
                <a:solidFill>
                  <a:srgbClr val="5A636E"/>
                </a:solidFill>
                <a:latin typeface="Calibri"/>
              </a:rPr>
              <a:t>POST + X-API-Key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6520" y="1554480"/>
            <a:ext cx="1595000" cy="850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5875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Authentification</a:t>
            </a:r>
          </a:p>
          <a:p>
            <a:pPr algn="ctr"/>
            <a:r>
              <a:rPr sz="1000" b="0">
                <a:solidFill>
                  <a:srgbClr val="5A636E"/>
                </a:solidFill>
                <a:latin typeface="Calibri"/>
              </a:rPr>
              <a:t>require_api_key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520" y="1554480"/>
            <a:ext cx="1595000" cy="850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5875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Débit</a:t>
            </a:r>
          </a:p>
          <a:p>
            <a:pPr algn="ctr"/>
            <a:r>
              <a:rPr sz="1000" b="0">
                <a:solidFill>
                  <a:srgbClr val="5A636E"/>
                </a:solidFill>
                <a:latin typeface="Calibri"/>
              </a:rPr>
              <a:t>60 req /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520" y="1554480"/>
            <a:ext cx="1595000" cy="850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5875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Payload</a:t>
            </a:r>
          </a:p>
          <a:p>
            <a:pPr algn="ctr"/>
            <a:r>
              <a:rPr sz="1000" b="0">
                <a:solidFill>
                  <a:srgbClr val="5A636E"/>
                </a:solidFill>
                <a:latin typeface="Calibri"/>
              </a:rPr>
              <a:t>Pydantic 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520" y="1554480"/>
            <a:ext cx="1595000" cy="850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5875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Modèle</a:t>
            </a:r>
          </a:p>
          <a:p>
            <a:pPr algn="ctr"/>
            <a:r>
              <a:rPr sz="1000" b="0">
                <a:solidFill>
                  <a:srgbClr val="5A636E"/>
                </a:solidFill>
                <a:latin typeface="Calibri"/>
              </a:rPr>
              <a:t>predict()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6520" y="1554480"/>
            <a:ext cx="1595000" cy="850000"/>
          </a:xfrm>
          <a:prstGeom prst="roundRect">
            <a:avLst>
              <a:gd name="adj" fmla="val 8000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Réponse</a:t>
            </a:r>
          </a:p>
          <a:p>
            <a:pPr algn="ctr"/>
            <a:r>
              <a:rPr sz="1000" b="0">
                <a:solidFill>
                  <a:srgbClr val="FFE4D8"/>
                </a:solidFill>
                <a:latin typeface="Calibri"/>
              </a:rPr>
              <a:t>200 OK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26520" y="1979480"/>
            <a:ext cx="220000" cy="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41520" y="1979480"/>
            <a:ext cx="220000" cy="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56520" y="1979480"/>
            <a:ext cx="220000" cy="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1520" y="1979480"/>
            <a:ext cx="220000" cy="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86520" y="1979480"/>
            <a:ext cx="220000" cy="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44020" y="2404480"/>
            <a:ext cx="0" cy="230000"/>
          </a:xfrm>
          <a:prstGeom prst="line">
            <a:avLst/>
          </a:prstGeom>
          <a:ln w="15875">
            <a:solidFill>
              <a:srgbClr val="C0392B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46520" y="2634480"/>
            <a:ext cx="1595000" cy="56000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C0392B"/>
                </a:solidFill>
                <a:latin typeface="Calibri"/>
              </a:rPr>
              <a:t>401 · clé absente / invalide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59020" y="2404480"/>
            <a:ext cx="0" cy="230000"/>
          </a:xfrm>
          <a:prstGeom prst="line">
            <a:avLst/>
          </a:prstGeom>
          <a:ln w="15875">
            <a:solidFill>
              <a:srgbClr val="C0392B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520" y="2634480"/>
            <a:ext cx="1595000" cy="56000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C0392B"/>
                </a:solidFill>
                <a:latin typeface="Calibri"/>
              </a:rPr>
              <a:t>429 · quota dépassé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74020" y="2404480"/>
            <a:ext cx="0" cy="230000"/>
          </a:xfrm>
          <a:prstGeom prst="line">
            <a:avLst/>
          </a:prstGeom>
          <a:ln w="15875">
            <a:solidFill>
              <a:srgbClr val="C0392B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6520" y="2634480"/>
            <a:ext cx="1595000" cy="56000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C0392B"/>
                </a:solidFill>
                <a:latin typeface="Calibri"/>
              </a:rPr>
              <a:t>422 · payload invalide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89020" y="2404480"/>
            <a:ext cx="0" cy="230000"/>
          </a:xfrm>
          <a:prstGeom prst="line">
            <a:avLst/>
          </a:prstGeom>
          <a:ln w="15875">
            <a:solidFill>
              <a:srgbClr val="C0392B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91520" y="2634480"/>
            <a:ext cx="1595000" cy="56000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C0392B"/>
                </a:solidFill>
                <a:latin typeface="Calibri"/>
              </a:rPr>
              <a:t>503 · modèle non chargé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14480"/>
            <a:ext cx="10698480" cy="2785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1B1F24"/>
                </a:solidFill>
                <a:latin typeface="Calibri"/>
              </a:rPr>
              <a:t>▸ Chaque étape peut arrêter la requête avant la suivante : un refus explicite (401 / 429 / 422 / 503), jamais un plantage silencieux ni un 200 par défaut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B1F24"/>
                </a:solidFill>
                <a:latin typeface="Calibri"/>
              </a:rPr>
              <a:t>▸ Authentification (security.py, require_api_key) : clé API absente ou invalide → 401, avant même de lire le payload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B1F24"/>
                </a:solidFill>
                <a:latin typeface="Calibri"/>
              </a:rPr>
              <a:t>▸ Débit (security.py, rate_limit_dependency) : fenêtre glissante de 60 requêtes/min par IP → 429 au-delà ; le paramètre n'est pas exposé en query string (m26)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B1F24"/>
                </a:solidFill>
                <a:latin typeface="Calibri"/>
              </a:rPr>
              <a:t>▸ Contrat de données (schemas.py, Pydantic v2) : forme, bornes et longueur minimale (≥ 7 relevés) du payload → 422 sinon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B1F24"/>
                </a:solidFill>
                <a:latin typeface="Calibri"/>
              </a:rPr>
              <a:t>▸ Modèle (store._BUNDLE, chargé au démarrage) : predict() renvoie proba_panne + decision + model_version → 503 si le modèle n'est pas encore chargé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36E"/>
                </a:solidFill>
                <a:latin typeface="Calibri"/>
              </a:rPr>
              <a:t>Explication API — cycle d'une requête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