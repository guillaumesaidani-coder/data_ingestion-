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280160" cy="54864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Comprendre les sources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Cartographie et usages — Projet InduSense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pédagogique — Sprint 3 CISIA · 26/08/2026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 fichier qui existe n'est pas un fichier qui sert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 dépôt contient plusieurs formats qui RESSEMBLENT à des bases de données (un .sql, des .csv, un .db) : rien ne garantit qu'ils soient réellement branchés à quelque chose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fichier peut être présent, une fonction pour le lire peut exister, et pourtant n'être appelée nulle part dans le pipeline réel — c'est le cas d'au moins une source de ce projet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Objectif de ce support : pour chaque source, répondre à trois questions vérifiables — qui l'écrit, qui la lit, et est-elle vraiment active aujourd'hui ou seulement prévue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Chaque affirmation qui suit a été vérifiée par lecture directe du code (loaders.py, cli.py, model_store.py, demo_versioning.py), pas déduite d'un nom de fichier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le problème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« Base de données », au sens large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Ce support prend « base de données » au sens large : tout endroit où le projet PERSISTE de l'information entre deux exécutions — pas seulement un SGBD relationnel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Fichiers plats (CSV/TSV), fichier SQL statique jamais exécuté, artefacts sérialisés (joblib/JSON), store de tracking d'expériences (MLflow), pointeurs de versioning (DVC), série temporelle de métriques (Prometheus)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seul vrai SGBD relationnel apparaît dans ce projet : PostgreSQL — mais il est encore à l'état de dépendance posée, pas de connexion active (voir plus loin)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Neuf sources recensées au total : 6 actives, 1 définie mais jamais appelée, 2 planifiées pour un jalon encore masqué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DONNÉES BRUTES · CAPTEURS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Trois fichiers, un même contrat : machine + horodatage + mesure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capteurs_temperature.csv (CSV, séparateur ;) — relevés de température par machine et horodatage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capteurs_pression.tsv (TSV, séparateur tabulation) — relevés de pression, avec un format de date volontairement différent (« mixed », UTC puis dé-localisé)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releves_incidents.csv — dates et heures d'incidents réels ; sert à ÉTIQUETER la cible (panne = 1 dans les 24h avant un incident)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Lues par : load_temperature / load_pressure / load_incidents (data/loaders.py), assemblées par build_dataset() — appelé depuis _load_gold() dans cli.py (build-gold, train, predict) et directement dans demo_versioning.py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Chaque loader normalise l'identifiant machine (« M-7 » → « MACH-07 ») AVANT toute jointure : sans ça, une jointure croiserait les mesures de deux machines différentes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données brutes — capteurs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DONNÉES BRUTES · RÉFÉRENTIEL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machine.sql : un format PostgreSQL, jamais une connexion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data/raw/machine.sql ressemble à un dump PostgreSQL (CREATE TABLE, contraintes CHECK, INSERT) mais n'est JAMAIS exécuté contre une base : load_machines() le lit comme du texte brut et en extrait les lignes par expression régulière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Contient les métadonnées statiques par machine : date de mise en service, capacité journalière, modèle, ligne de production, localisation, criticité (LOW/MEDIUM/HIGH)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Une fonction existe pour l'exploiter : add_machine_criticality(df, machines) ajoute un niveau de criticité numérique à un dataset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Statut réel, vérifié par recherche dans tout le dépôt : load_machines() et add_machine_criticality() ne sont appelées NULLE PART — ni dans cli.py, ni dans demo_versioning.py, ni dans les tests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Une fonction qui existe n'est pas une fonction qui sert : la criticité machine est un enrichissement disponible, pas un maillon actif du pipeline actuel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données brutes — référentiel machines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PIPELINE ·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gold_dataset.csv : assemblé une fois, pas forcément relu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data/gold/gold_dataset.csv — sortie de build_dataset() + add_temporal_features(), écrite par la commande indusense build-gold (cli.py)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Contient les mesures jointes (température + pression par machine/horodatage), les features temporelles (lags, moyennes glissantes) et la cible panne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Piège à ne pas répéter : indusense train et indusense predict NE LISENT PAS ce fichier — ils rappellent _load_gold() et reconstruisent le gold à la volée depuis data/raw/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Seul scripts/demo_versioning.py lit réellement gold_dataset.csv (pd.read_csv(args.gold)) pour entraîner et versionner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Deux chemins de construction du même gold (CLI vs script de démo) qui ne se relisent jamais entre eux : une modification du format doit être répercutée aux deux endroits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pipeline — dataset gold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PIPELINE · 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rf.joblib + model_metadata.json : le contrat chargé une fois par l'API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artifacts/models/rf.joblib — le RandomForestClassifier entraîné, sérialisé par joblib (models/tabular.py : save_model / load_model)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artifacts/models/model_metadata.json — sa carte d'identité : version du package, seuil, colonne cible, liste des features, taille d'entraînement, taux de pannes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Écrit par deux producteurs distincts : indusense train (cli.py, entraînement simple) ET scripts/demo_versioning.py (entraînement + métriques de test + empreinte md5 du gold)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Lu par model_store.load_bundle() au démarrage de l'API (lifespan, main.py) — chargé UNE SEULE FOIS en mémoire, jamais relu par requête, pour que /predict-tabular reste rapide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Sans ce fichier au démarrage, /ready répond 503 : l'API démarre quand même (liveness), mais refuse de prédire tant qu'aucun modèle n'est chargé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pipeline — modèle sérialisé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TRAÇABILITÉ · MLFLOW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carnet d'expériences : quel run a produit quel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mlflow.db — base SQLite qui sert de backend de tracking MLflow (nécessaire pour le Model Registry ; un simple dossier mlruns/ seul ne le supporterait pas)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mlruns/ — stockage des artefacts par run (modèle, métadonnées jointes, signature entrée/sortie)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Écrit uniquement par scripts/demo_versioning.py : mlflow.set_tracking_uri("sqlite:///mlflow.db"), log_params/log_metrics/log_model, puis enregistrement au registre sous le nom indusense-rf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Lu par : uv run mlflow ui --backend-store-uri sqlite:///mlflow.db (consultation manuelle) — rien dans l'API ni la CLI ne relit mlflow.db automatiquement aujourd'hui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Le nom du run intègre l'empreinte md5 du gold (rf-&lt;md5&gt;) : deux exécutions sur le même gold produisent des runs facilement reliables entre 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traçabilité — MLflow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TRAÇABILITÉ · 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Versionner de gros fichiers hors Git, par empreinte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DVC (Data Version Control) ne stocke pas les données DANS Git : il versionne un petit pointeur (.dvc, une empreinte) et déplace le fichier réel vers un remote (dvc push / dvc pull)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scripts/demo_versioning.py appelle dvc add sur data/gold/gold_dataset.csv et artifacts/models/rf.joblib — objectif annoncé : 2 pointeurs, gold_dataset.csv.dvc et rf.joblib.dvc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Si le fichier était déjà suivi par Git, le script le retire d'abord de l'index (git rm --cached) : Git et DVC ne peuvent pas suivre le même fichier en même temps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État réel du dépôt à date : .dvc/ existe (dvc init effectué) mais aucun pointeur .dvc n'est présent dans l'arborescence actuelle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Statut : outillage actif (dépendance installée, script fonctionnel), mais pas de preuve de versioning DVC actuellement matérialisée dans le dépôt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traçabilité — DVC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OBSERVABILITÉ · PROMETHEUS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Une base de séries temporelles, alimentée par scrape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Prometheus stocke des métriques dans le temps (séries temporelles), pas des lignes métier : nombre de requêtes, latences, codes de réponse HTTP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Alimentée en scrapant GET /metrics, exposé automatiquement par prometheus-fastapi-instrumentator (instrumentation ajoutée dans main.py)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monitoring/prometheus.yml définit la seule cible actuelle : api:8000, interrogée toutes les 15 secondes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Lue par : Grafana (source de données provisionnée), et par tests/test_smoke_compose.py (GET /api/v1/targets, preuve que le scrape a réussi)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Volume nommé prometheus_data : les séries survivent à un docker compose down (sans -v), mais n'existent que depuis le jalon 06 (M28) — aucun historique 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observabilité — Prometheus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OBSERVABILITÉ ·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 stockage interne, pas une source de données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Grafana a sa propre base interne (SQLite par défaut, dans le volume grafana_data) — mais elle stocke SA configuration (utilisateurs, connexions, futurs dashboards), pas de données métier InduSense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La seule donnée « métier » qu'il expose vient de Prometheus, via la source de données provisionnée automatiquement (monitoring/grafana/provisioning/datasources/prometheus.yml)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Écrite par Grafana lui-même au démarrage ; lue par Grafana lui-même — aucune autre fonction du projet n'y accède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À ce jalon : la connexion existe, mais aucun dashboard n'a été construit — Grafana est prêt à visualiser, il n'y a encore rien à regarder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observabilité — Grafana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À VENIR · M29-M30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PostgreSQL et SQLite : dépendances posées, pas encore branchées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psycopg[binary] et sqlalchemy sont déjà dans pyproject.toml, commentés explicitement « module 28/30 » et « module 30 — upsert » : le besoin est anticipé, le code ne l'utilise pas encore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 guide multiplateforme documente un service Compose « db » (docker compose up -d --wait db) et une variable INDUSENSE_DB_URL — mais compose.yaml actuel (jalon 06) ne contient que api/prometheus/grafana, pas de service db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Objectif annoncé pour le jalon masqué : le pipeline Prefect (flows/predict_flow) upsert ses prédictions dans PostgreSQL, de façon idempotente (rejouer le flow ne duplique pas les lignes)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Une base SQLite éphémère (fichier temporaire hors dépôt) sert uniquement à PROUVER l'idempotence en isolation, sans toucher à PostgreSQL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Rien de tout cela n'existe dans le code aujourd'hui : le classer comme « actif » serait faux — c'est une intention posée, vérifiable seulement à partir du jalon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à venir — PostgreSQL &amp; SQLite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ENJEUX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qu'il faut surveiller dans la durée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Deux producteurs du même artefact modèle (indusense train et scripts/demo_versioning.py) qui ne se relisent jamais entre eux : un changement de features doit être répercuté aux deux endroits, sans garde-fou automatique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indusense train et indusense predict ne lisent pas gold_dataset.csv : ils reconstruisent le gold à la volée — seul demo_versioning.py lit réellement le CSV assemblé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machine.sql et add_machine_criticality() sont prêts mais jamais appelés : un enrichissement disponible, pas un maillon actif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.dvc/ existe mais aucun pointeur .dvc n'est présent dans l'arborescence actuelle : l'outillage est prêt, la preuve de versioning ne l'est pas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Le risque commun à ces quatre points : lire un nom de fichier ou une extension et supposer son rôle, au lieu de vérifier qui l'écrit et qui le lit réellement dans 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enjeux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▸ Neuf sources recensées : 6 actives aujourd'hui (CSV/TSV bruts, gold assemblé, modèle sérialisé, MLflow, DVC, Prometheus), 1 définie mais jamais appelée (machine.sql), 2 planifiées et non implémentées (PostgreSQL, SQLite)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Grafana n'est pas une dixième source : son stockage interne ne contient aucune donnée métier InduSense, seulement sa propre configuration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Chaque affirmation de cette cartographie a été vérifiée par lecture du code (loaders.py, cli.py, model_store.py, demo_versioning.py), jamais supposée depuis un nom de fichier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Prochaine étape naturelle : jalon 07 (masqué) branchera réellement PostgreSQL — cette cartographie sert de référence pour comparer « avant/après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Explication — résumé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 ·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Que font indusense train et indusense predict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indusense train (cli.py) : reconstruit le gold depuis data/raw (via _load_gold), entraîne un RandomForestClassifier (200 arbres, class_weight="balanced") sur TOUT le jeu, sans split ni évaluation — puis écrit artifacts/models/rf.joblib et model_metadata.json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indusense predict (cli.py) : recharge le modèle depuis rf.joblib, reconstruit le gold, ne garde que la DERNIÈRE mesure de chaque machine (.groupby("machine").tail(1)), et affiche P(panne) par machine dans le terminal — rien n'est écrit sur disque, aucun seuil de décision appliqué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Point commun aux deux : ils appellent _load_gold(data_dir) en interne, qui recharge et rejoint les CSV/TSV bruts à chaque exécution — ni l'un ni l'autre ne lit gold_dataset.csv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Différence avec l'API : predict n'applique aucun seuil (juste une probabilité affichée) ; /predict-tabular (module 25) applique le seuil du bundle chargé pour trancher « alerte »/« ok » — deux chemins d'inférence distincts, pas un raccourci l'un vers l'autre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indusense train n'évalue rien (pas de jeu de test, pas de métrique) : c'est scripts/demo_versioning.py qui fait un split honnête et journalise PR-AUC/ROC-AUC/F1 dans MLflow — les deux entraînements ne sont pas interchangeables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concepts — indusense train / predict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