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4864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Comprendre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CED6"/>
                </a:solidFill>
                <a:latin typeface="Calibri"/>
              </a:rPr>
              <a:t>Fonctionnement et enjeux — Projet InduSense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36E"/>
                </a:solidFill>
                <a:latin typeface="Calibri"/>
              </a:rPr>
              <a:t>Support pédagogique — Sprint 3 CISIA · 26/08/2026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Pourquoi conteneuriser une application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« Chez moi ça marche » — le problème classique : le code tourne sur la machine du développeur mais pas ailleurs (version Python différente, dépendance système absente, variable d'environnement oubliée)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 conteneur empaquette le code ET tout ce dont il a besoin (interpréteur, bibliothèques, config) dans une unité autonome et portable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Contrairement à une machine virtuelle, un conteneur ne virtualise pas un système d'exploitation entier : il partage le noyau de la machine hôte -&gt; démarrage en secondes, poids réduit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Résultat recherché : la même image tourne à l'identique sur le poste du développeur, sur le serveur de test et en production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Docker n'est pas une solution miracle : mal utilisé (image lourde, root par défaut, secrets codés en dur), il déplace le problème plutôt que de le résoudre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le problème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Image vs conteneur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Une IMAGE est un modèle figé, en lecture seule : code, dépendances, système de fichiers minimal — comparable à une classe en programmation, ou à une recette de cuisine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 CONTENEUR est une INSTANCE de cette image, en cours d'exécution : un processus isolé avec sa propre couche modifiable par-dessus l'image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On peut lancer plusieurs conteneurs à partir d'une seule image — chacun indépendant, isolé des autres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Une image est identifiée par son nom + tag (indusense-api:m27) et son digest (empreinte sha256, unique et vérifiable)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Arrêter un conteneur (docker stop) ne détruit pas l'image : seule l'instance s'arrête, on peut en relancer une nouvelle à tout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concepts — image vs conteneur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Repère de lecture pour la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À partir d'ici, deux registres bien distincts vont alterner — ce repère sert à ne jamais les confondre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[IMAGE] = tout ce qui se passe PENDANT docker build : Dockerfile, couches, étapes build/runtime du multi-stage — rien n'est encore en cours d'exécution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[CONTENEUR] = tout ce qui se passe APRÈS docker run : un processus réellement actif, avec un utilisateur système, une santé observable, un cycle de vie propre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Piège de vocabulaire à anticiper : l'étape nommée « runtime » dans un Dockerfile multi-stage reste une étape de CONSTRUCTION D'IMAGE — ce n'est pas le conteneur en cours d'exécution, malgré le nom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concepts — repère de lecture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CONCEPTS ·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 Dockerfile : la recette qui construit l'image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Le Dockerfile est un texte qui décrit, ligne par ligne, comment construire l'IMAGE (FROM, COPY, RUN, ENV, CMD…) — aucun conteneur n'existe encore à ce stade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Chaque instruction crée une COUCHE (layer) mise en cache : si l'instruction et ses fichiers en entrée n'ont pas changé, Docker réutilise la couche déjà construite au lieu de la refaire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Ordre stratégique : copier d'abord ce qui change rarement (dépendances) puis ce qui change souvent (le code) — modifier le code n'invalide pas la longue étape d'installation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FROM fixe l'image de départ (ex. python:3.13-slim) ; CMD n'est qu'une INSTRUCTION écrite dans l'image — elle ne sera exécutée que plus tard, au démarrage d'un futur conteneur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Une image « figée » ne veut pas dire figée pour toujours : chaque nouveau build peut produire une image différente si une dépendance non verrouillée a changé entre-temps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concepts — le Dockerfile (image)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ARCHITECTURE ·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Multi-stage : deux étapes de construction, zéro conteneur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Un Dockerfile peut contenir plusieurs étapes FROM ... AS &lt;nom&gt; : chacune est un environnement de CONSTRUCTION séparé — toutes concourent à produire une seule IMAGE finale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L'étape « build » installe les outils, compile, télécharge les dépendances — tout ce qui est lourd et temporaire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L'étape « runtime » repart d'une image propre et ne récupère QUE le résultat utile (ex. COPY --from=build /app/.venv /app/.venv) — les outils de build restent dans l'étape jetée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Bénéfice direct : surface d'attaque réduite (pas d'outil d'installation, pas de fichiers de dépendances bruts dans l'image livrée) ; le gain de taille dépend du poids relatif des outils de build face aux dépendances elles-mêmes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Malgré son nom, l'étape « runtime » ne fait toujours QUE construire l'image — le vrai conteneur en exécution n'apparaît qu'au docker run, une fois cette image terminée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architecture — multi-stage (image)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ARCHITECTURE ·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L'étape build : tout ce qui est lourd et temporaire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Point de départ : une image de base complète (ex. python:3.13-slim) sur laquelle on installe un gestionnaire de paquets (ex. uv) épinglé à une version précise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Installation des dépendances verrouillées (uv sync --frozen) : télécharge les paquets, compile si nécessaire, construit un environnement virtuel complet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Copie du code source, puis installation du projet lui-même en package autonome (wheel), pas en mode « lien » vers les sources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Cette étape peut peser plusieurs centaines de Mo à plusieurs Go (caches, compilateurs, sources téléchargées) — normal, elle n'est PAS destinée à être livrée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Elle est nommée (AS build) uniquement pour être RÉFÉRENCÉE plus tard par l'étape runtime, jamais pour être exécutée 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architecture — étape build (image)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ARCHITECTURE ·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L'étape « runtime » du Dockerfile : ne récupérer que l'essentiel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–  Attention au nom : « runtime » désigne ici une SECONDE ÉTAPE DE CONSTRUCTION, pas le conteneur en cours d'exécution — celui-ci n'existe pas encore quand cette étape s'exécute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Repart d'une image de base propre et identique à celle du build (même FROM) — jamais un prolongement de l'étape précédente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Une seule instruction clé transfère le résultat utile : COPY --from=build /app/.venv /app/.venv — récupère l'environnement déjà installé, rien d'autre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Tout le reste de l'étape build (gestionnaire de paquets, cache de téléchargement, sources compilées, dépendances de dev) reste dans l'étape jetée et n'atteint jamais l'image finale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Cette étape ÉCRIT dans l'image le strict nécessaire à la future exécution : utilisateur non-root, variables d'environnement, healthcheck, commande de démarrage — mais ne lance rien elle-même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Mesure réelle sur InduSense : ~372 Mo pour l'étape build seule contre ~354 Mo pour le runtime livré — écart modeste ici, car le poids dominant (~300 Mo) vient des bibliothèques ML transférées à l'identique par le COPY --from=build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architecture — étape runtime (image)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SÉCURITÉ · IMAGE + CONTENEUR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qu'un Dockerfile durci doit garantir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[IMAGE] Verrouiller les dépendances (ex. uv sync --frozen) : sans verrou, deux builds du même commit peuvent installer des versions différentes -&gt; comportement imprévisible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[IMAGE] Ne jamais coder un secret en dur (clé API, mot de passe) : le fournir au CONTENEUR via variables d'environnement ou secrets managés, jamais commité dans le Dockerfile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[IMAGE → CONTENEUR] Créer un utilisateur dédié (useradd) et écrire USER avant le CMD dans l'image : c'est cette ligne qui déterminera l'identité du futur conteneur — jamais root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[IMAGE → CONTENEUR] Déclarer un HEALTHCHECK actif (ex. appel réel à /health) dans l'image : c'est le CONTENEUR en cours d'exécution que ce healthcheck surveillera, pas l'image elle-même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Un Dockerfile qui construit sans erreur n'est pas un Dockerfile sûr : sécurité et reproductibilité s'inspectent une fois le conteneur lancé, elles ne se supposent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sécurité (image + conteneur)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CAS INDUSENSE · CONTENEUR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Docker apporte concrètement au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Reproductibilité : la même image (dépendances gelées via uv.lock, base Python figée) tourne à l'identique chez tous les apprenants et en démonstration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Portabilité : l'API InduSense s'exécute de la même façon sur Windows, macOS ou Linux — le conteneur masque les différences d'environnement hôte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Isolation : le modèle et ses dépendances (scikit-learn, statsmodels…) vivent dans un environnement fermé, sans interférer avec d'autres projets sur la même machine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Variante A choisie ici : le modèle pré-entraîné est embarqué dans l'image -&gt; l'API est utilisable dès le premier démarrage, sans étape d'entraînement séparée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Contrepartie assumée : le modèle est figé au moment du build — le mettre à jour exige de reconstruire l'image, pas juste de relancer le conteneur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cas InduSense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CAS INDUSENSE · IMAGE → CONTENEUR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Modèle embarqué : la contrepartie d'un déploiement immédiat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Le modèle (.joblib) est copié DANS l'image au moment du build (COPY artifacts/models) : il devient un fichier figé du système de fichiers de l'image, pas une ressource chargée depuis l'extérieur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Conséquence directe : remplacer le fichier sur le disque de la machine hôte ne change RIEN à un conteneur déjà démarré — l'image et ses conteneurs restent liés à l'ancien modèle tant qu'aucun nouveau build n'a eu lieu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Risque de dérive silencieuse : sans processus de rebuild discipliné, un modèle mis à jour côté entraînement (MLflow) peut ne jamais atteindre la production — écart invisible entre « ce qui a été entraîné » et « ce qui sert réellement »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Enjeu de traçabilité : chaque image doit pouvoir répondre « quelle version de modèle est-ce que je contiens ? » (ex. model_version dans /ready) — sans quoi un incident en production devient impossible à diagnostiquer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Alternative existante (Variante B, non retenue ici) : charger le modèle depuis un stockage externe au démarrage — évite le rebuild mais ajoute une dépendance réseau/stockage à la disponibilité de l'API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Ce choix architectural doit être assumé consciemment dans le processus MLOps : qui déclenche le rebuild, à quelle fréquence, avec quelle preuve que la nouvelle image contient bien le nouveau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cas InduSense — modèle embarqué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ENJEUX ·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qu'il faut surveiller dans la durée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Taille de l'image : chaque dépendance ajoutée (ex. statsmodels) l'alourdit ; se mesure avec docker save / docker inspect --format {{.Size}}, jamais avec l'affichage brut de Docker Desktop (peut être trompeur avec le containerd snapshotter)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Déterminisme réel : comparer les couches de contenu (RootFS.Layers) entre deux builds, pas le digest de manifest-list qui embarque une attestation horodatée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Cycle de vie du modèle : avec la Variante A, toute mise à jour du modèle = nouveau build + nouveau déploiement, à anticiper dans le processus MLOps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Un registre de contrôles vérifiés (santé, utilisateur, taille) documente l'état réel de l'image — jamais une affirmation sans preuve exécutée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Rien de tout cela n'est automatique : ce sont des vérifications à rejouer à chaque changement, pas un acquis définitif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enjeux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ÉCOSYSTÈME · CONTENEURS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Et après une seule image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1F24"/>
                </a:solidFill>
                <a:latin typeface="Calibri"/>
              </a:rPr>
              <a:t>▸ Une image répond à un besoin ; une application réelle assemble souvent PLUSIEURS CONTENEURS (API, base de données, reverse proxy…), chacun lancé depuis sa propre image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Docker Compose décrit et orchestre ces plusieurs conteneurs liés entre eux à partir d'un seul fichier déclaratif — prochaine étape du parcours (module 28)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▸ À plus grande échelle (plusieurs machines, haute disponibilité), des orchestrateurs comme Kubernetes prennent le relais de Compose</a:t>
            </a:r>
          </a:p>
          <a:p>
            <a:r>
              <a:rPr sz="1600" b="0">
                <a:solidFill>
                  <a:srgbClr val="1B1F24"/>
                </a:solidFill>
                <a:latin typeface="Calibri"/>
              </a:rPr>
              <a:t>–  Le principe reste le même à chaque échelle : décrire l'état voulu dans un fichier versionné, laisser l'outil le reproduire de façon fiable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Explication — écosystème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6576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▸ Docker répond à un problème concret : « ça marche chez moi » devient « ça marche partout », grâce à des images portables et reproductibles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▸ Image = modèle figé, conteneur = instance en cours d'exécution ; le Dockerfile décrit la construction couche par couche, avec cache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▸ Sécurité et reproductibilité s'inspectent (utilisateur non-root, dépendances gelées, couches comparées) — elles ne se supposent jamais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▸ Pour InduSense : reproductibilité et portabilité de l'API, avec un enjeu assumé — le modèle embarqué exige un nouveau build à chaque mise à jour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CED6"/>
                </a:solidFill>
                <a:latin typeface="Calibri"/>
              </a:rPr>
              <a:t>Explication — résumé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