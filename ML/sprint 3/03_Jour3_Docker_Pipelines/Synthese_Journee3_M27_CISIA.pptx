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90" r:id="rId41"/>
    <p:sldId id="291" r:id="rId42"/>
    <p:sldId id="286" r:id="rId37"/>
    <p:sldId id="287" r:id="rId38"/>
    <p:sldId id="289" r:id="rId40"/>
    <p:sldId id="288" r:id="rId39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3.xml"/><Relationship Id="rId40" Type="http://schemas.openxmlformats.org/officeDocument/2006/relationships/slide" Target="slides/slide22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4864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Synthèse — Journée 3,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Modules 27-28 (Conteneurisation Docker &amp; Compose)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de synthèse — Sprint 3 CISIA · 26/08/2026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ce chantier ajoute au socle sécurisé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jalon 04 avait sécurisé l'API (M26, 4 contrôles prouvés) ; le jalon 05 ouvre la conteneurisation — empaqueter cette API dans une image reproductible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Variante A : le modèle pré-entraîné est embarqué dans l'image -&gt; /ready répond 200 dès le démarrage, sans entraînement ni téléchargement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Build multi-stage (build -&gt; runtime) : les outils d'installation (uv, cache) restent dans l'étape build, l'image livrée ne contient que le strict runtime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Principe de moindre privilège : le conteneur ne doit jamais tourner en root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Une image qui construit sans erreur n'est pas une preuve de sécurité ni de reproductibilité : il faut inspecter l'utilisateur et comparer les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Variante A : le modèle voyage avec l'image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Deux variantes possibles au packaging : Variante A embarque le modèle pré-entraîné dans l'image ; Variante B laisserait l'image vide et exigerait données + entraînement au runtime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COPY artifacts/models ./artifacts/models copie le .joblib et ses métadonnées dans l'étape runtime, avant le passage en utilisateur non-root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INDUSENSE_MODEL_DIR=/app/artifacts/models (variable ENV de l'image) indique à l'application où charger le modèle au démarrage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Conséquence directe : GET /ready répond 200 dès le premier docker run, sans appel à indusense train ni téléchargement externe — vérifié sur indusense-api:m27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Contrepartie assumée : le modèle est figé dans l'image au moment du build ; le mettre à jour exige un nouveau build, pas un simple redémarrage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packaging — Variante A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Multi-stage : séparer construire et exécuter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Étape build (FROM python:3.13-slim AS build) : reçoit l'exécutable uv (épinglé à la version 0.11.19), lit pyproject.toml/uv.lock, puis uv sync --frozen installe le venv complet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Étape runtime (FROM python:3.13-slim AS runtime) repart d'une image propre ; une seule instruction COPY --from=build /app/.venv /app/.venv récupère le résultat de l'étape build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Ce qui reste dans l'étape build et n'atteint donc jamais l'image livrée : le binaire uv, le cache uv (--mount=type=cache), pyproject.toml/uv.lock bruts, les dépendances de dev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Durcissement supplémentaire côté runtime : apt-get upgrade puis désinstallation de pip/setuptools eux-mêmes — le venv déjà construit n'en a plus besoin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Piège identifié dans le Dockerfile reçu : oublier --no-editable romprait l'isolation en installant un lien vers ./src au lieu d'un wheel figé et autonome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architecture — multi-stage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1. Jalon 05 fusionné (merge origin/jalon/05) → conflits sur .env.example et Makefile résolus en conservant les annotations pédagogiques des deux côtés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2. Lecture du Dockerfile reçu : étape build (uv sync --frozen) puis étape runtime (utilisateur non-root, healthcheck, CMD uvicorn)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3. docker build -t indusense-api:m27 . → build multi-stage réussi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4. docker run + GET /health → {"status":"ok"} ; GET /ready → {"status":"ready","model_version":"0.1.0"}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5. docker inspect --format '{{.Config.User}}' → appuser ; docker exec whoami → appuser (non-root confirmé)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6. Rebuild identique du même commit → couches RootFS strictement identiques (digest manifest-list différent : attestation BuildKit horodatée, pas le contenu)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7. scripts/check_image.py → écart de taille détecté et documenté (354 Mo &gt; seuil 200 Mo), aucun correctif appliqué sur le Dockerfile reçu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séance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Image — indusense-api:m27 : build multi-stage (python:3.13-slim), dépendances gelées via uv sync --frozen, modèle embarqué (Variante A)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Sécurité conteneur — utilisateur dédié appuser (UID 10001, useradd -m -u 10001), bascule USER avant le CMD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Santé — HEALTHCHECK intégré (interval 30s, timeout 3s, 3 retries) + endpoints /health et /ready vérifiés en conditions réelles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Vérification — scripts/check_image.py (taille + utilisateur) exécuté contre l'image réellement construite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Preuve — image_proof.md : registre des contrôles avec statut Implémenté / Non conforme, aucune preuve inventée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1 — Préparer l'environnement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Ouvrir un terminal à la racine du projet (CISIA_24082026_Parcours)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Vérifier les dépendances : uv sync --frozen --extra dev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Créer la configuration locale si absente : Copy-Item .env.example .env (contient la clé de test INDUSENSE_API_KEY=dev-key)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Ce terminal doit rester ouvert tant que l'API doit répondre : c'est lui qui héberge le process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Ouvrir un NOUVEAU terminal à côté ne coupe rien : chaque terminal est une session indépendante, seule celle qui exécute uvicorn compte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1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2 — Démarrer l'API et vérifier qu'elle tourne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Dans ce même terminal : uv run uvicorn indusense.api.main:app --reload (écoute par défaut sur http://127.0.0.1:8000)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message « Application startup complete » confirme que le modèle est chargé et que l'API est prête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Depuis un AUTRE terminal, sans toucher au premier : Invoke-RestMethod http://127.0.0.1:8000/health puis /ready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L'API reste active tant que ce terminal reste ouvert et que le process n'est pas arrêté (Ctrl+C dedans, fermeture de la fenêtre, ou crash)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Erreur fréquente : taper une autre commande dans CE MÊME terminal la bloque, car uvicorn occupe le premier plan — utiliser un second terminal pour tester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2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qu'une route (endpoint)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Une route = une combinaison MÉTHODE HTTP + CHEMIN D'URL (ex. GET /health, POST /predict-tabular) que l'API sait traiter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Chaque route est reliée à une fonction Python précise via un décorateur (@app.get(...), @app.post(...)) : c'est cette fonction qui décide quoi faire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La méthode porte une intention : GET lit sans effet de bord, POST crée ou déclenche une action (ex. une prédiction) — ne jamais utiliser GET pour une opération qui modifie un état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route peut être protégée par des dépendances (Depends(...)) exécutées AVANT la fonction : authentification, rate limit — si l'une échoue, la fonction n'est jamais atteinte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chemin peut être fixe (/predict-tabular) ou contenir des parties variables (ex. /machines/{id}) ; toutes les routes d'InduSense ont ici un chemin fixe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Une route bien conçue documente son CONTRAT : entrées attendues (schéma), codes de sortie possibles (200, 401, 422, 429, 413…) — pas seulement le cas de succès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route / endpoint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3 — Appeler l'API pas à pas (Swagger)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Ouvrir http://127.0.0.1:8000/docs : chaque ligne colorée (GET /health, POST /predict-tabular…) est une route — méthode HTTP + chemin, reliée à une fonction Python via @app.post(...)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Pas de bouton « Authorize » global sur cette API : la clé se saisit route par route, dans le champ X-API-Key qui apparaît en dépliant POST /predict-tabular → « Try it out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Renseigner X-API-Key = dev-key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Remplacer le corps JSON pré-rempli (Swagger le duplique 7 fois avec le même timestamp) par un jeu à timestamps distincts, puis « Execute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Exemple valide : machine_id "MACH-01" + 7 relevés horaires, température 48→52°C, pression 190→196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3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Interpréter la réponse de Swagger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vrai résultat de ton appel apparaît juste sous « Try it out », dans l'encart « Code 200 / Response body » — c'est lui qui contient tes valeurs réelles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Exemple obtenu : {"machine_id":"MACH-01","proba_panne":0.06,"decision":"ok","model_version":"0.1.0","threshold":0.5}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Règle de décision : si proba_panne &gt;= threshold (0.5) → decision "alerte", sinon "ok" — ici 0.06 &lt; 0.5 donc "ok"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Plus bas sur la page, la section « Responses » (200, 422…) est une fiche de documentation TOUJOURS visible, avec des valeurs bidon ("string", 1, 0) — elle décrit la forme possible d'une réponse, ce n'est pas ton résultat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Ne pas confondre les deux : un seul encart, situé juste après le bouton Execute, reflète ce qui s'est réellement passé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lire le résultat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4 — Vérifier que les protections fonctionnent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401 sans clé : sur POST /predict-tabular, vider le champ X-API-Key (pas de bouton « Authorize » global sur cette API), garder un corps valide, Execute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422 historique insuffisant : dans le corps JSON, retirer des relevés pour tomber sous 7, Execute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429 rate limit : peu pratique à la main dans Swagger (60 clics) — utiliser un script (PowerShell/curl) qui rejoue la même requête en boucle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413 payload trop gros : impossible à coller à la main dans Swagger — nécessite un script générant un corps de plus de 64 Ko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Ces 4 tests ont été rejoués en conditions réelles via curl contre l'API tournant en local — résultats en slide suivante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4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Résultats réels obtenus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Sans X-API-Key → 401 : {"detail":"Clé API absente ou invalide"}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3 relevés au lieu de 7 → 422 : « List should have at least 7 items after validation, not 3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Rafale de requêtes → 429 dès la 60ᵉ (59 × 200 puis bascule) : le compteur vit en mémoire, par IP, sur une fenêtre glissante de 60 s — il ne repart pas de zéro entre deux essais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Corps de 70 042 octets → 413 : {"detail":"Payload trop volumineux"}, rejeté avant même la lecture du JSON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Les 4 garde-fous de sécurité (M26) sont vérifiés sur l'API réellement en cours d'exécution, pas seulement sur le papier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résultats réels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Alternative — Suite automatisée et image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Suite automatisée, sans rien démarrer à la main : uv run pytest -q (23 tests) puis uv run ruff check .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Image Docker, conditions proches de la prod : docker build -t indusense-api:m27 . puis docker run --env-file .env -p 8000:8000 ...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Mêmes endpoints et mêmes règles qu'en local : /health, /ready, /predict-tabular, mêmes codes d'erreur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Utile pour vérifier que rien ne dépend d'un réglage local oublié (config, chemin, variable d'environnement)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automatisé &amp; docker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pendant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Contenu livré par le jalon 05 : Dockerfile, .dockerignore, .env.example enrichi, cibles Makefile (docker-build, up, down, logs, ps, smoke), scripts/check_image.py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Contenu produit ce jour : image_proof.md (registre de preuves de l'image Docker)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État local généré par les outils, non versionné : image indusense-api:m27, conteneurs de test, fichier .env (copié depuis .env.example, ignoré par git)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Constat assumé et documenté : taille d'image 354 Mo au-dessus du seuil 200 Mo du script de vérification — aucune réduction de couche effectuée sur ce jalon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Décision git : merge origin/jalon/05 puis commit « checkpoint M27 : preuve image Docker durcie, taille 354 Mo hors seuil documentée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Preuve de déterminisme : deux builds successifs du même commit → mêmes digests de couches (RootFS.Layers identiques)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Ne jamais modifier le Dockerfile reçu pour « faire passer » un contrôle de vérification : un dépassement documenté vaut mieux qu'un chiffre maquillé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Comparer le déterminisme sur les couches de contenu (RootFS.Layers), jamais sur le digest de manifest-list qui embarque une attestation horodatée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Toujours inspecter l'utilisateur réel du conteneur (docker inspect / whoami), ne pas se fier au seul USER déclaré dans le Dockerfile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multi-stage build sépare ce qui sert à construire de ce qui sert à exécuter : les outils d'installation ne doivent jamais atteindre l'image livrée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En cas de conflit de fusion sur un fichier pédagogique, préserver les deux intentions (commentaire explicatif + annotation [PÉDAGOGIE]) plutôt que d'en sacrifier 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Une image durcie, une taille à surveiller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Aujourd'hui : image construite, santé et non-root prouvés, déterminisme du contenu vérifié — jalon 05 clos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Reste à traiter : l'écart de taille (354 Mo &gt; 200 Mo) reste un constat ouvert, pas un correctif — piste : retirer les dépendances non nécessaires au runtime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Prochain mouvement : jalon 06 (module 28) — Compose et smoke test, orchestration locale de l'API conteneurisée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Preuve finale M27 déjà vérifiée : build OK · /health 200 · /ready 200 · user=appuser · couches de contenu identiques entre deux builds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 (M27)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▸ Le jalon 05 conteneurise l'API sécurisée (M26) dans une image reproductible et non-root (M27)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Un contrôle prouvé (santé, utilisateur) suit la même règle que la Model Card et le registre de sécurité : une preuve mesurée, jamais une déclaration sur parole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Déterminisme du contenu confirmé (couches identiques), écart de taille assumé et documenté — pas de vert prématuré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Prochaine étape : jalon 06 (M28) — Compose et smoke test avant l'orchestration Prefect (M29-M30)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Synthèse — résumé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9712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ce chantier ajoute à l'image durcie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jalon 05 (matin) avait livré une image Docker durcie et prouvée (M27, indusense-api:m27) ; le jalon 06 (après-midi) ouvre l'orchestration — assembler plusieurs conteneurs qui dépendent les uns des autres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Trois services à faire cohabiter : api (l'image M27), prometheus (collecte de métriques), grafana (dashboards) — aucun des trois n'existait encore dans le dépôt avant cette séance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problème central n'est pas Docker mais l'ordre : un conteneur « démarré » n'est pas un conteneur « prêt » ; sans précaution, Prometheus peut scraper une API qui charge encore son modèle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La preuve attendue n'est plus une simple sonde HTTP mais une séquence observée : config valide → build → healthchecks → smoke test → down propre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Rien de tout cela n'était fourni par le jalon : compose.yaml, monitoring/prometheus.yml et le smoke test ont été écrits pendant la séance, pas reçus en amont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que Prometheus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Prometheus est un système de collecte de métriques : il interroge (« scrape ») périodiquement une URL /metrics et stocke les valeurs numériques dans le temps (séries temporelles)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Dans ce projet, l'instrumentation vient de prometheus-fastapi-instrumentator : elle ajoute automatiquement /metrics à l'API (nombre de requêtes, latences, codes de réponse)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monitoring/prometheus.yml dit à Prometheus QUOI scraper : ici, une seule cible, api:8000, toutes les 15 secondes (scrape_interval)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Prometheus ne visualise rien lui-même : son interface web (port 9090) sert à interroger les données brutes (onglets /targets, /graph) — les tableaux de bord viennent d'un autre outil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Une cible « up » dans /targets ne veut pas dire « l'API va bien » au sens métier : ça veut seulement dire « le dernier scrape a réussi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Prometheus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que Grafana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Grafana est un outil de visualisation : il ne collecte rien lui-même, il interroge une source de données (ici Prometheus) et affiche le résultat sous forme de tableaux de bord (dashboards)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La connexion à Prometheus est « provisionnée » automatiquement au démarrage (monitoring/grafana/provisioning/datasources/prometheus.yml) : pas de clic manuel dans l'UI pour la configurer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Grafana appelle Prometheus via le nom de service Compose (http://prometheus:9090), pas via localhost : les deux conteneurs se joignent par leur nom sur le réseau interne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Interface accessible sur le port 3000 ; identifiants admin définis dans .env (GRAFANA_ADMIN_USER / GRAFANA_ADMIN_PASSWORD)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Dans ce jalon, seule la source de données est provisionnée : aucun dashboard n'a été construit — la visualisation elle-même reste à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Grafana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qu'un HEALTHCHECK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 HEALTHCHECK est une commande que Docker exécute PÉRIODIQUEMENT dans le conteneur pour juger s'il est en bonne santé (healthy) ou non (unhealthy) — distinct du simple fait que le processus tourne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Trois paramètres le pilotent : interval (fréquence des tests), timeout (délai max par test), retries (nombre d'échecs consécutifs avant de déclarer unhealthy)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api réutilise le HEALTHCHECK du Dockerfile M27 (GET /health) ; prometheus et grafana n'en ont pas nativement — on les a écrits à la main (wget --spider contre /-/ready et /api/health)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Sans HEALTHCHECK défini sur un service, condition: service_healthy n'a rien à observer : Compose ne peut pas distinguer « démarré » de « prêt » pour ce service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Trois états possibles dans docker compose ps : starting (délai de grâce initial), healthy, unhealthy — seul healthy débloque les services qui en dépendent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healthcheck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qu'un smoke test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 smoke test est une vérification rapide et superficielle : « est-ce que ça s'allume, sans plus » — pas un test exhaustif, juste de quoi détecter qu'un déploiement est cassé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tests/test_smoke_compose.py frappe le RÉSEAU RÉEL (bibliothèque requests) contre la stack lancée par docker compose up — à la différence d'un TestClient in-process qui ne prouve que le code, pas l'orchestration Docker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Ce qu'il vérifie : les 3 services répondent (/health, /ready, /-/ready, /api/health) ET la preuve la plus forte — Prometheus a bien scrapé l'API avec succès (cible health="up")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Comportement volontaire hors stack : le test SKIP (pas d'échec) dès qu'il ne peut pas se connecter, pour ne jamais casser la suite générale uv run pytest -q en local sans Docker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 smoke test n'est pas un test unitaire : il ne remplace ni tests/test_api.py ni tests/test_security.py, il vérifie seulement que l'assemblage démarre correctement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smoke test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depends_on ne suffit pas : il faut condition: service_healthy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depends_on seul n'attend que le lancement du conteneur amont, pas sa disponibilité applicative — race condition classique si Prometheus scrape avant que l'API ait fini de charger son modèle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condition: service_healthy fait attendre le HEALTHCHECK du service amont ; encore faut-il qu'un HEALTHCHECK existe — les images officielles prometheus et grafana n'en fournissent pas nativement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Healthcheck api : réutilise celui du Dockerfile M27 (GET /health) — rien à ajouter côté Compose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Healthchecks prometheus/grafana ajoutés à la main : wget --spider contre /-/ready (Prometheus) et /api/health (Grafana)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Volumes nommés prometheus_data et grafana_data : les données survivent à un down sans -v, pas besoin de retélécharger l'historique à chaque redémarrage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orchestration — readiness gating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1. Constat : aucun compose.yaml, aucun prometheus.yml, aucun smoke test n'existait encore dans le dépôt — tout à écrire depuis le jalon (06-j3-apres-midi-m28.md) et le guide multiplateforme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2. Écriture de compose.yaml (3 services, healthchecks, depends_on/condition, volumes nommés) et monitoring/prometheus.yml (cible api:8000)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3. Écriture de tests/test_smoke_compose.py : 5 tests contre la stack réelle, avec skip immédiat si la stack n'est pas lancée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4. Premier docker compose up : conflit détecté sur le port local 8000 (autre processus déjà présent) → validation sur un port temporaire via un fichier override, sans toucher au processus de l'utilisateur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5. Preuve officielle rejouée sur les ports par défaut (8000/9090/3000) : config -q → up -d --build → ps → pytest → down, cinq fois vert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séance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compose.yaml — 3 services (api, prometheus:v3.1.0, grafana:11.4.0), depends_on en cascade avec condition: service_healthy, 2 volumes nommés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monitoring/prometheus.yml — scrape_config unique, cible api:8000/metrics, intervalle 15s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monitoring/grafana/provisioning/datasources/prometheus.yml — datasource Prometheus provisionnée automatiquement, sans clic dans l'UI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tests/test_smoke_compose.py — 5 tests (health, ready, prometheus ready, grafana health, cible scrapée), skip propre hors stack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compose_proof.md — registre de preuves (10 lignes), sur le même modèle que image_proof.md du jalon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1 — Valider puis démarrer la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Ouvrir un terminal à la racine du projet (CISIA_24082026_Parcours)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config -q — valide la syntaxe et la cohérence du fichier, sans rien démarrer ; aucune sortie = succès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up -d --build — construit l'image api (reprend le Dockerfile M27) puis crée et démarre les 3 conteneurs dans l'ordre imposé par depends_on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premier build est long (téléchargement des images prometheus/grafana + build api) ; les lancements suivants réutilisent le cache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.env doit exister avant (copié depuis .env.example) : GRAFANA_ADMIN_USER/PASSWORD y sont désormais définis, en plus des variables héritées du jalon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1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2 — Lire l'ordre réel dans les logs et 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Les événements de up affichent l'ordre réel : Container api-1 ... Healthy, puis seulement après Container prometheus-1 Starting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Même logique ensuite : Container prometheus-1 ... Healthy avant Container grafana-1 Starting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ps confirme l'état stabilisé : les 3 services affichent (healthy) après quelques dizaines de secondes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Sur la séance : api healthy en ~41s (build + démarrage + premier /health) ; prometheus healthy 30s plus tard seulement — l'écart EST la preuve du blocage volontaire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Sans condition: service_healthy, cet écart n'existerait pas : les 3 conteneurs démarreraient en parallèle, healthchecks ou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2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3 — Smoke test automatisé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uv run pytest tests/test_smoke_compose.py -q — remplace la navigation manuelle (ouvrir 3 onglets, vérifier à l'œil) par une preuve rejouable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 test tape le réseau réel (bibliothèque requests), pas un TestClient in-process : il valide l'orchestration Docker, pas seulement le code Python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Preuve la plus forte : GET /api/v1/targets sur Prometheus, puis vérification que la cible indusense-api affiche health="up" — pas juste « le port répond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Résultat obtenu : 5 passed en 0.32s, cible scrapée avec succès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 test retente jusqu'à 60s là où l'état peut encore basculer (healthcheck en cours, premier scrape pas joué) mais SKIP immédiatement, sans attendre, si la stack n'est simplement pas lancée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3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COMMENT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Étape 4 — Nettoyer proprement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down — arrête et retire les 3 conteneurs et le réseau créé pour la stack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Les volumes nommés (prometheus_data, grafana_data) survivent : un down sans -v ne perd pas l'historique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ps -a après down : aucune ligne — preuve que rien ne reste orphelin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uv run pytest -q (suite complète, sans la stack lancée) reste vert : 25 passed, 3 skipped — le smoke test ne casse jamais la suite générale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uv run ruff check . reste vert également : aucune dette de qualité introduite par les nouveaux fichiers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comment tester — étape 4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pendant la séance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Nouveaux fichiers : compose.yaml, monitoring/prometheus.yml, monitoring/grafana/provisioning/datasources/prometheus.yml, tests/test_smoke_compose.py, compose_proof.md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Fichiers modifiés : .env.example (GRAFANA_ADMIN_USER/PASSWORD), pyproject.toml + uv.lock (dépendance dev requests, pour taper la stack réellement)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Commit : checkpoint M28 (7c9518e) — 8 fichiers modifiés, 286 lignes ajoutées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État local généré par les outils, non versionné : image Docker construite localement (cisia_24082026_parcours-api), volumes nommés prometheus_data/grafana_data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Ne jamais modifier un port ou un process déjà utilisé par l'utilisateur sans son accord : le conflit sur le port 8000 a été validé sur un port temporaire, jamais en tuant le processus existant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service sans HEALTHCHECK ne peut pas être une cible fiable de condition: service_healthy — mieux vaut l'écrire explicitement que de se fier à un depends_on silencieux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test qui vérifie seulement un code HTTP 200 peut mentir : la cible Prometheus répond 200 avec health="unknown" avant le premier scrape — il faut vérifier le contenu, pas juste la disponibilité du port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smoke test contre une vraie stack doit savoir SKIP proprement quand la stack n'est pas là : sinon il casse la suite générale (uv run pytest -q) pour tout le monde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La preuve n'est validée que si elle a été rejouée en conditions réelles (build + up + ps + pytest + down), jamais sur la seule lecture du fichier compose.yaml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Une stack observable, une orchestration Prefect en attente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Aujourd'hui : stack Compose (api/prometheus/grafana) démarrée avec ordre prouvé, smoke test automatisé, down propre — jalon 06 clos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Reste hors périmètre M28 : aucun dashboard Grafana construit (seule la datasource est provisionnée), aucun scénario d'alerte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Prochain mouvement (masqué) : jalon 07 (M29-M30) — passer du script au pipeline orchestré Prefect, rejouable et idempotent, mar. 01/09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Toutes les branches jalon/01 à jalon/12 sont déjà publiées sur origin, mais la politique de révélation du formateur reste respectée : jalon/07 n'est pas ouvert avant le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 — Journée 3 complète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▸ Le jalon 05 (matin) conteneurise l'API sécurisée dans une image reproductible et non-root (M27) ; le jalon 06 (après-midi) orchestre cette image avec Prometheus et Grafana, en imposant un ordre de démarrage prouvé (M28)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Même règle des deux côtés de la journée : une preuve mesurée et rejouée, jamais une déclaration sur parole — codes HTTP observés le matin, séquence Healthy/Starting et cible Prometheus « up » l'après-midi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Écart assumé et documenté (taille d'image 354 Mo) le matin ; piège découvert et corrigé (cible « unknown » avant le premier scrape) l'après-midi — deux formes de la même discipline : ne jamais maquiller un résultat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Prochaine étape : jalon 07 (masqué) — M29-M30, Prefect et idempotence, mar. 01/09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Synthèse — résumé (Journée 3 complète)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9712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8712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que Docker Compose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décrit PLUSIEURS conteneurs comme une seule stack cohérente à partir d'un seul fichier déclaratif : compose.yaml, versionné avec le code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Chaque conteneur devient un « service » nommé (api, prometheus, grafana) : Compose crée leur réseau interne, gère volumes, ports et ordre de démarrage — ce que docker run seul ne fait pas pour plusieurs conteneurs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Dans ce projet, compose.yaml décrit 3 services : api (build: . depuis le Dockerfile M27), prometheus (image prom/prometheus:v3.1.0) et grafana (image grafana/grafana:11.4.0)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seule commande, docker compose up -d --build, reconstruit l'image API et démarre toute la stack observable — l'enjeu n'est plus un conteneur isolé mais un système cohérent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Sans Compose, il faudrait créer le réseau et démarrer chaque conteneur à la main, dans le bon ordre, avec les bons volumes : Compose rend cette configuration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Docker Compose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Qu'est-ce que l'orchestration de conteneurs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Orchestrer des conteneurs, c'est piloter leur cycle de vie collectif : dans quel ordre ils démarrent, quand ils sont vraiment prêts, et comment ils redémarrent après un échec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Compose fait de l'orchestration légère (une seule machine) : depends_on ordonne le démarrage, condition: service_healthy attend la disponibilité réelle, restart: unless-stopped relance un conteneur tombé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Dans ce projet, la chaîne de dépendances est explicite : grafana attend prometheus « healthy », qui attend api « healthy » — sinon Prometheus scraperait une API pas encore chargée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Compose reste limité à une seule machine ; au-delà (plusieurs hôtes, haute disponibilité, mise à l'échelle), c'est le rôle d'orchestrateurs plus lourds comme Kubernetes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 piège central : un conteneur « démarré » (process lancé) n'est pas forcément « prêt » (application qui répond) — c'est ce que HEALTHCHECK et service_healthy corrigent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concepts — orchestration (M28)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2880" y="310000"/>
            <a:ext cx="850000" cy="350520"/>
          </a:xfrm>
          <a:prstGeom prst="roundRect">
            <a:avLst>
              <a:gd name="adj" fmla="val 50000"/>
            </a:avLst>
          </a:prstGeom>
          <a:solidFill>
            <a:srgbClr val="0F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