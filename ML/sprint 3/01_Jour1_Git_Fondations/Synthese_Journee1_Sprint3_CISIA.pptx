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19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48840"/>
            <a:ext cx="1463040" cy="508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Synthèse — Journée 1, Sprint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9CED6"/>
                </a:solidFill>
                <a:latin typeface="Calibri"/>
              </a:rPr>
              <a:t>Module 23 (structure &amp; tests) puis module 24 (CI, pre-commit, versioning) — CISIA_24082026_Parcours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636E"/>
                </a:solidFill>
                <a:latin typeface="Calibri"/>
              </a:rPr>
              <a:t>Support de synthèse — Sprint 3 CISIA · 24/08/2026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DÉMARCHE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Deux mouvements dans la même journée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Matin (module 23) : structurer — sortir la logique métier du notebook vers un package testé, sans changer le comportement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Après-midi (module 24) : outiller — automatiser ce qui garantit que ce package reste sain à chaque changement (CI, hooks locaux, traçabilité)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Fil rouge commun : ne jamais avancer sur une impression — chaque étape se clôt par une preuve mécanique (test vert, hook vert, empreinte vérifiable)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Structurer sans outiller retombe vite en désordre ; outiller sans structurer n'a rien de solide à protéger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démarche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CHRONOLOGIE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Le fil de la journée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1. Jalon 01 chargé → module 23 : structure du package, anti-fuite temporelle, normalisation des identifiants machine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2. Preuve finale M23 : pytest, ruff, CLI, Python 3.13 — tous verts, aucun fichier de code modifié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3. Jalon 02 chargé → module 24 : lecture de la CI, démo PR rouge → verte reproduite en local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4. TP1 — pre-commit installé (ruff, black, gitleaks) ; démo d'un secret AWS bloqué, puis nettoyé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5. TP2 — job build ajouté à ci.yml (needs: quality), wheel construit et vérifié localement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6. Versioning DVC (données + modèle) et MLflow (run enregistré au registre indusense-rf v1)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7. versioning_strategy.md rédigé, version figée par un commit + tag (data-637be8d38250)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chronologie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CAS CONCRET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que la journée a réellement produit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Code — src/indusense/ structuré par responsabilité (data, features, models, cli), 12 tests verts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CI — .github/workflows/ci.yml avec deux jobs : quality puis build (needs: quality)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Qualité locale — .pre-commit-config.yaml actif : ruff, black, gitleaks tournent avant chaque commit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Données — data/gold/gold_dataset.csv.dvc : pointeur versionné, fichier réel sur un remote hors dépôt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Modèle — artifacts/models/rf.joblib.dvc + run MLflow enregistré (indusense-rf v1)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Documentation — docs/versioning_strategy.md rempli avec des valeurs réelles de cette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cas concret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INVENTAIRE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été produit aujourd'hui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Code livrable (committé) : job build dans ci.yml, fix ruff dans demo_versioning.py, versioning_strategy.md, pointeurs DVC, metadata modèle régénérée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Aucun notebook écrit — toute la logique reste dans src/indusense/, cohérent avec le principe du module 23 (« on sort du notebook »)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Matériel pédagogique généré, hors suivi git : 3 decks PowerPoint (Git, VS Code, cette synthèse) et 4 pages HTML récapitulatives publiées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État local généré par les outils, non versionné : mlflow.db et mlruns/ (tracking MLflow), dist/*.whl (wheel de test du job build)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inventaire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BONNES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Ce qui a guidé chaque décision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Ne jamais modifier un contrat (pyproject.toml) sans preuve que rien ne casse — git diff vide vérifié en TP1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Corriger la cause réelle plutôt que contourner — l'erreur ruff UP038 a été réparée à la main, pas ignorée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Séparer strictement le matériel pédagogique du code livrable — le pack apprenant est hors suivi git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Vérifier avant d'agir — git status avant chaque jalon, dvc status avant de conclure le versioning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Une démo risquée reste réversible — le secret de démonstration a été nettoyé, jamais committé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bonnes pratiques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CI aujourd'hui, CD pas tout de 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Aujourd'hui : la phase CI est bouclée — build, lint, tests automatisés (module 24). Aucun déploiement n'a encore eu lieu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Demain (J2) ne bascule pas directement en CD : on construit d'abord l'application (M25 — API FastAPI), puis on la sécurise (M26)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Le CD démarre réellement aux modules 27-28 : conteneurisation Docker, puis déploiement local via Compose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Encore dans le jalon 02 : QCM de fin de journée (mené par le formateur), mini-rétro, puis signal pour charger le jalon 03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M25 — preuve finale visée : /docs lisible · /health 200 · /predict-tabular 200 (avec clé) · 401 sans clé · 422 si &lt;7 relevés · 503 sans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prochaines étapes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Structure du package : organiser par responsabilité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Définition : découper le code en modules dédiés à un seul rôle — data (chargement), features (transformation), models (entraînement/prédiction), cli (interface)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Pourquoi : un notebook mélange tout ; un package structuré permet de tester, réutiliser et faire évoluer chaque partie indépendamment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Exemple concret : src/indusense/{data,features,models,cli}/ — 12 tests verts, chacun ciblant un module précis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Un fichier qui fait tout devient impossible à tester isolément ; séparer les responsabilités rend chaque brique vérifiable seule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structure du package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Anti-fuite temporelle : ne pas tricher avec le futur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Définition : une fuite temporelle (data leakage) se produit quand une information du futur influence l'entraînement d'un modèle censé prédire ce futur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Pourquoi : un modèle qui « voit » des données postérieures au moment de la prédiction affiche de bonnes performances en test mais échoue en production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Exemple concret : le découpage train/test respecte l'ordre chronologique des relevés machine — jamais de mélange aléatoire qui ferait fuiter le futur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Une précision de test trop parfaite est souvent le symptôme d'une fuite, pas d'un bon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anti-fuite temporelle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Normaliser les identifiants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Définition : uniformiser le format des identifiants (casse, espaces, préfixes) avant tout traitement, pour que « M-12 », « m12 » et « M12 » désignent la même machine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Pourquoi : sans normalisation, une même machine peut être comptée comme plusieurs entités distinctes, faussant les agrégations et les jointures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Exemple concret : une fonction dédiée dans data/ nettoie les identifiants à l'entrée, couverte par des tests unitaires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Corriger à la source (une seule fonction) plutôt qu'à chaque point d'usage évite les incohérences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normalisation des identifiants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Secret AWS : une clé qui ne doit jamais fuiter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Définition : un secret AWS (access key id / secret access key) est une clé d'accès qui authentifie un compte auprès des services cloud — l'équivalent d'un mot de passe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Pourquoi : un secret committé dans git reste visible dans l'historique même après suppression du fichier — il doit être révoqué, pas seulement effacé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Exemple concret : gitleaks scanne chaque commit à la recherche de motifs de clés (AKIA…, tokens) avant qu'ils n'entrent dans l'historique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Le risque n'est pas « si » un secret committé sera trouvé, mais « quand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secret AWS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La démo : un secret bloqué avant le 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Ce qui a été fait : un faux secret AWS a été introduit volontairement dans un fichier, puis un commit a été tenté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Résultat : le hook gitleaks de pre-commit a détecté le motif et refusé le commit — rien n'est entré dans l'historique git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Pourquoi c'est la bonne preuve : elle montre que la protection agit avant l'écriture, pas après coup en correction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Suite : le secret de démonstration a été nettoyé du fichier, jamais committé — la démo reste réversible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secret AWS bloqué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Construire un wheel : le package prêt à installer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Définition : un wheel (.whl) est un format binaire Python standard, construit à partir de pyproject.toml, installable directement via pip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Pourquoi : c'est la preuve que le package est réellement distribuable, pas seulement exécutable depuis le dépôt en local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Exemple concret : le job build de ci.yml (dépendant de quality) construit le wheel et le vérifie automatiquement à chaque push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Un code qui passe les tests mais ne se package pas n'est pas encore livrable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wheel construit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src/indusense/ : quatre responsabilités, quatre dossiers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data/ : chargement et nettoyage des données brutes, dont la normalisation des identifiants machine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features/ : transformation des données en variables exploitables par un modèle, dans le respect de l'ordre chronologique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models/ : entraînement, sauvegarde et chargement du modèle (Random Forest)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cli/ : point d'entrée en ligne de commande, seule couche qui orchestre les trois autres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Chaque dossier est testable indépendamment ; 12 tests verts couvrent l'ensemble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code par responsabilité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Qualité locale : trois vérifications avant chaque commit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ruff : détecte les erreurs de style et certains bugs potentiels (ex. UP038, corrigée à la main, pas ignorée)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black : reformate automatiquement le code selon un style unique et non négociable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gitleaks : bloque tout commit contenant un motif de secret (clé AWS, token…)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Pourquoi localement : ces vérifications tournent avant le commit, donc avant même d'atteindre la CI — l'erreur coûte moins cher plus tôt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qualité locale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Versionner les données sans les mettre dans git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Définition : DVC crée un pointeur .dvc (petit fichier texte, versionné dans git) qui référence le fichier réel stocké sur un remote hors dépôt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Pourquoi : un CSV volumineux alourdirait git indéfiniment ; le pointeur permet de suivre son évolution sans stocker les données elles-mêmes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Exemple concret : data/gold/gold_dataset.csv.dvc dans le dépôt, le fichier réel gold_dataset.csv sur le remote DVC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dvc status vérifie que le pointeur et le fichier distant restent cohérents avant de conclure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données versionnées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NOTION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Versionner le modèle : DVC pour le fichier, MLflow pour la traçabilité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artifacts/models/rf.joblib.dvc : même principe que pour les données — un pointeur versionné, le fichier .joblib réel hors dépôt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Run MLflow enregistré : indusense-rf v1, avec ses métriques et paramètres tracés au registre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Pourquoi les deux : DVC versionne le binaire, MLflow trace l'expérience qui l'a produit — répondre à « quel fichier ? » et « comment obtenu ? »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Un modèle sans traçabilité de son run est un artefact ; avec MLflow, c'est un résultat reproductible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modèle versionné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Artefact ou résultat reproductible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Un artefact (le fichier rf.joblib) prouve qu'un modèle existe, mais pas comment il a été obtenu ni s'il peut être recréé à l'identique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Un run MLflow enregistre le contexte complet : paramètres d'entraînement, métriques obtenues, version des données et du code utilisés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Sans ce contexte, un fichier .joblib retrouvé six mois plus tard est une boîte noire — impossible de vérifier, corriger ou améliorer ce qui l'a produit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Exemple concret : le run indusense-rf v1 relie le fichier rf.joblib.dvc à la façon exacte dont il a été entraîné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Reproductible ne veut pas dire « on peut relancer le calcul », mais « on peut expliquer et vérifier le résultat obtenu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annexe : traçabilité MLflow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En résumé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Une journée, deux mouvements : structurer (M23) puis outiller (M24)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Chaque étape a produit une preuve vérifiable avant de passer à la suite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Le socle est maintenant testé, linté, tracé par la CI et versionné (DVC + MLflow) — la phase CI est bouclée</a:t>
            </a:r>
          </a:p>
          <a:p>
            <a:pPr>
              <a:spcAft>
                <a:spcPts val="1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▸ Prochaine étape : construire l'API (M25), la sécuriser (M26) — le CD (Docker, déploiement) arrive aux modules 27-28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C9CED6"/>
                </a:solidFill>
                <a:latin typeface="Calibri"/>
              </a:rPr>
              <a:t>Synthèse — résumé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Que signifie « AWS »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AWS = Amazon Web Services, la plateforme cloud d'Amazon (stockage, calcul, bases de données…)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6E5C"/>
                </a:solidFill>
                <a:latin typeface="Calibri"/>
              </a:rPr>
              <a:t>[M24]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Le « secret AWS » du deck désigne une clé d'accès à ce cloud (access key id / secret access key) — l'équivalent d'un identifiant + mot de passe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Une telle clé donne des droits sur le compte cloud associé : la protéger revient à protéger l'accès à l'infrastructure elle-même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annexe : acronyme AWS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5D2B"/>
                </a:solidFill>
                <a:latin typeface="Calibri"/>
              </a:rPr>
              <a:t>ANNEXE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1F24"/>
                </a:solidFill>
                <a:latin typeface="Calibri"/>
              </a:rPr>
              <a:t>Comment sait-on que le split train/test évite la fuite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280160" cy="38100"/>
          </a:xfrm>
          <a:prstGeom prst="rect">
            <a:avLst/>
          </a:prstGeom>
          <a:solidFill>
            <a:srgbClr val="E85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Split temporel par machine : pour chaque machine, les dernières lignes (le futur) vont en test, le reste (le passé) en train — jamais l'inverse (scripts/demo_versioning.py::make_split)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▸ Contraste délibéré : un mode « stratifié » (aléatoire), documenté comme « pratique à fuite », sert à comparer et rendre visible l'effet d'une fuite sur les métriques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5D2B"/>
                </a:solidFill>
                <a:latin typeface="Calibri"/>
              </a:rPr>
              <a:t>[M23] </a:t>
            </a:r>
            <a:r>
              <a:rPr sz="1600" b="0">
                <a:solidFill>
                  <a:srgbClr val="1B1F24"/>
                </a:solidFill>
                <a:latin typeface="Calibri"/>
              </a:rPr>
              <a:t>▸ Tests unitaires dédiés (tests/test_temporal.py) : ils vérifient que shift(1) exclut la valeur courante et que le groupby empêche une machine d'emprunter le passé d'une autre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B1F24"/>
                </a:solidFill>
                <a:latin typeface="Calibri"/>
              </a:rPr>
              <a:t>–  Ce n'est pas une confiance a priori : c'est la construction du split (train = passé, test = futur) plus des tests qui la vérifient mécaniquement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636E"/>
                </a:solidFill>
                <a:latin typeface="Calibri"/>
              </a:rPr>
              <a:t>Synthèse — annexe : preuve anti-fuite du split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