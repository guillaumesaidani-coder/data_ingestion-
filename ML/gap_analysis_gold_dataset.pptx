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4920"/>
            <a:ext cx="12191695" cy="762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7A1C"/>
                </a:solidFill>
                <a:latin typeface="Calibri"/>
              </a:defRPr>
            </a:pPr>
            <a:r>
              <a:t>GOLD DATASET INDUSENSE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Gap Analysis vs gold_roadmap.md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FD8E8"/>
                </a:solidFill>
                <a:latin typeface="Calibri"/>
              </a:defRPr>
            </a:pPr>
            <a:r>
              <a:t>Ce qu'il reste a faire pour atteindre la spec -- et pourquoi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9B6CC"/>
                </a:solidFill>
                <a:latin typeface="Calibri"/>
              </a:defRPr>
            </a:pPr>
            <a:r>
              <a:t>Classification faisable / deconseille / hors perimetre -- plan d'action argumente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Ce que nous allons voir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47088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Rappel du referentiel -- gold_roadmap.md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14016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Ecart ferme cette session -- Maintenance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962656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80944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Ecarts restants -- vue chiffree par famille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9584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47872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Faisable -- 3 ecarts a traiter maintenant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96512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14800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Deconseille -- pourquoi ne pas tout implementer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66344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81728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Hors perimetre -- le refactor architecture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230368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248656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Plan d'action priorise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797296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815584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Synthese et recommandation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RAPPEL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Ce que gold_roadmap.md promet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Principe : 1 ligne Gold = 1 machine x 1 heure, avec toutes les informations necessaires pour predire une panne a 6h/12h/24h/48h.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~100 colonnes attendues, reparties en familles : identifiants, agregats 1h, rolling 6h/12h/24h, tendances, anomalies, production, incidents, maintenance, labels.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4 regles anti-fuite a respecter partout : pas de donnee future, groupby machine, stats train-only, ordre chronologique du split.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C'est le document de reference contre lequel on mesure l'ecart -- pas une simple note d'intention.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E07A1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2651760" y="2606040"/>
            <a:ext cx="381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23774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Ecart ferme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0175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9D3E4"/>
                </a:solidFill>
                <a:latin typeface="Calibri"/>
              </a:defRPr>
            </a:pPr>
            <a:r>
              <a:t>Maintenance -- ce qui a ete fait cette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FERME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days_since_last_maintenance / maintenance_count_prev_30d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72768"/>
          <a:ext cx="11612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89120"/>
                <a:gridCol w="5029200"/>
              </a:tblGrid>
              <a:tr h="36576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Etape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Avant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Apres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Table maintenance jamais ingeree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1 562 lignes ingerees (Bronze -&gt; Silver -&gt; Gold)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Colonnes Gold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 / 2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 / 2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Population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129 522 / 132 940 lignes (days_since) -- 132 940 / 132 940 (count_30d)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Regles anti-fuite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Respectees -- meme mecanique que les incidents (lookback strict &lt; h, groupby machine)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38728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5A5A5A"/>
                </a:solidFill>
                <a:latin typeface="Calibri"/>
              </a:defRPr>
            </a:pPr>
            <a:r>
              <a:t>Seul ecart du roadmap entierement ferme a ce jour.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ETAT DES LIEUX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Ecarts restants -- 19 colonnes manquantes sur ~98 attendues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72768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103120"/>
                <a:gridCol w="2103120"/>
                <a:gridCol w="2651760"/>
              </a:tblGrid>
              <a:tr h="36576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Famille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Roadmap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Reel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Ecart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Rolling 6h/12h/24h (voltage/rotation)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-6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Types incidents (flags bruts + rolling)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-9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Labels (label_* + future_incident_count_*)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-4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Production (pieces + capacity_utilization_pct)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-1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Tendances (delta_1h/3h, trend_6h x4 signaux)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0 -- deja conforme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Anomalies (zscore)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+1 (sur-realise)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Maintenance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0 -- ferme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636008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5A5A5A"/>
                </a:solidFill>
                <a:latin typeface="Calibri"/>
              </a:defRPr>
            </a:pPr>
            <a:r>
              <a:t>79 colonnes reelles (hors PK/batch_id) vs ~98 attendues -- ces 19 colonnes manquantes se repartissent en 3 categories de faisabilite (slides suivantes). Tendances et Maintenance sont deja conformes.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E07A1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2651760" y="2606040"/>
            <a:ext cx="381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23774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Faisable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0175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9D3E4"/>
                </a:solidFill>
                <a:latin typeface="Calibri"/>
              </a:defRPr>
            </a:pPr>
            <a:r>
              <a:t>3 ecarts a traiter maintenant -- meme cout que la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A TRAITER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3 ajouts a faible risque, meme pattern que Maintenance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72768"/>
          <a:ext cx="11612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937760"/>
                <a:gridCol w="3383280"/>
              </a:tblGrid>
              <a:tr h="36576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Colonne(s)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Pourquoi c'est simple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Donnee source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capacity_utilization_pct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Ratio direct -- meme mecanique que le join maintenance deja fait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machine.sql : max_hourly_capacity_pieces (statique, deja en base)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voltage_max_Xh / rotation_max_Xh (6h/12h/24h)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Extension symetrique d'une boucle rolling qui existe deja pour temp/pressure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silver_sensor_reading (deja ingere)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future_incident_count_6h/12h/24h/48h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Valeur intermediaire deja calculee dans le lookahead inverse -- juste a persister au lieu de jeter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silver_incident (deja ingere)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172968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5A5A5A"/>
                </a:solidFill>
                <a:latin typeface="Calibri"/>
              </a:defRPr>
            </a:pPr>
            <a:r>
              <a:t>+11 colonnes -- aucune nouvelle source de donnees, aucun nouveau risque methodologique.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ARGUMENTAIRE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Pourquoi ces 3 -- et pas au hasard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Aucune de ces features ne necessite une nouvelle source de donnees -- tout est deja dans Bronze/Silver.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Le pattern d'implementation est deja valide et teste (identique a ce qui a ete fait pour la maintenance) -- risque d'erreur faible.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Elles renforcent directement le pouvoir predictif : capacity_utilization_pct donne un contexte de charge, les max voltage/rotation completent la symetrie deja presente sur temp/pressure, future_incident_count_* offre une cible de regression en plus du label binaire.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Cout marginal : une seule migration Alembic + un seul rebuild Gold + un seul cycle de rerun TP7-&gt;TP12 peuvent couvrir les 3 en meme temps.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E07A1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2651760" y="2606040"/>
            <a:ext cx="381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23774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Deconseille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0175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9D3E4"/>
                </a:solidFill>
                <a:latin typeface="Calibri"/>
              </a:defRPr>
            </a:pPr>
            <a:r>
              <a:t>Pourquoi ne pas tout implementer a la lettre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10/19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DECONSEILLE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Types incidents -- 9 flags bruts en plus des 9 rolling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515600" cy="1005840"/>
          </a:xfrm>
          <a:prstGeom prst="round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Techniquement faisable -- mais je recommande de NE PAS l'implementer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35808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Un flag brut a l'heure n'est non-nul que sur l'heure exacte de l'incident.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Cette information est deja entierement contenue dans hours_since_last_incident == 0 et dans le saut de incident_count_prev_24h a cette meme heure.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Ajouter ces 9 colonnes dupliquerait un signal deja present, sans rien apporter au modele -- c'est du bruit de feature set, pas du signal supplementaire.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Recommandation : corriger gold_roadmap.md (18 -&gt; 9) plutot que corriger le code. C'est une erreur de comptage dans la doc, pas un manque reel du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E07A1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2651760" y="2606040"/>
            <a:ext cx="381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23774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Hors perimetre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0175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9D3E4"/>
                </a:solidFill>
                <a:latin typeface="Calibri"/>
              </a:defRPr>
            </a:pPr>
            <a:r>
              <a:t>Le refactor architecture -- ingestion.py / gold_loader.py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HORS PERIMETRE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src/indusense/processing/ingestion.py n'existe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gold_roadmap.md documente un module package (build_gold_from_telemetry(), gold_loader.load_gold_from_db()) qui n'existe pas dans le repo.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Le pipeline reel vit entierement dans les notebooks TP4/TP5/TP6 -- requetes SQL inline, pas de module reutilisable.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Ce n'est pas un ajout de feature : c'est un refactor complet -- extraire ~9 notebooks vers des classes Python testables, avec gestion des connexions, tests unitaires, orchestration.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C'est exactement le perimetre de l'US3.1 (Sprint 3) du PROJECT.md ("Refactorage Notebook -&gt; Classes Python") -- un chantier a part entiere, pas une correction ponctuelle.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504688"/>
            <a:ext cx="10789920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Le traiter maintenant melangerait deux natures de travail differentes -- feature engineering vs architecture logicielle.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13/19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E07A1C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2651760" y="2606040"/>
            <a:ext cx="381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23774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Plan d'action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0175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9D3E4"/>
                </a:solidFill>
                <a:latin typeface="Calibri"/>
              </a:defRPr>
            </a:pPr>
            <a:r>
              <a:t>Ordre propose et cout de chaque etape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14/19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PLAN D'ACTION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5 etapes, dans l'ordre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72768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389120"/>
                <a:gridCol w="2743200"/>
                <a:gridCol w="3931920"/>
              </a:tblGrid>
              <a:tr h="36576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Portee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Cout principal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capacity_utilization_pct (TP6 S3, lecture machine.sql)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Gold +1 colonne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Migration + rebuild + rerun TP7-&gt;TP12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voltage_max_Xh / rotation_max_Xh (6h/12h/24h)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Gold +6 colonnes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Meme migration + rebuild que #1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future_incident_count_6h/12h/24h/48h (TP6 S6)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Gold +4 colonnes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Meme migration + rebuild que #1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Corriger gold_roadmap.md (types incidents 18-&gt;9 + note justificative)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Documentation seule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Aucun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(Hors ce cycle) Chantier ingestion.py / gold_loader.py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Refactor architecture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Sprint dedie -- US3.1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04488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5A5A5A"/>
                </a:solidFill>
                <a:latin typeface="Calibri"/>
              </a:defRPr>
            </a:pPr>
            <a:r>
              <a:t>Les etapes 1-3 sont regroupees en UNE migration et UN rebuild Gold pour eviter de rejouer TP7-&gt;TP12 trois fois de suite.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15/19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ARGUMENTAIRE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Pourquoi regrouper 1-2-3 en un seul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Chaque ajout de colonne Gold impose le meme cout aval : migration Alembic, TRUNCATE + rebuild de gold_machine_hourly_feature, puis re-execution complete de TP7 a TP12 (hyperparametres, scores de reference, graphiques).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Ce cout est fixe par cycle, pas par colonne -- l'additionner 3 fois serait un gaspillage evident.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Regrouper 1-2-3 en un seul rebuild permet de valider les 3 ajouts ensemble et de ne rejouer la chaine de modelisation qu'une fois.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L'etape 4 (doc) n'a aucune dependance technique -- elle peut se faire en parallele, a tout moment.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L'etape 5 est deliberement isolee en fin de liste : melanger un refactor d'architecture avec un cycle de feature engineering rendrait les deux plus difficiles a valider independamment.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16/19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E07A1C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2651760" y="2606040"/>
            <a:ext cx="381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23774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Synthese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0175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9D3E4"/>
                </a:solidFill>
                <a:latin typeface="Calibri"/>
              </a:defRPr>
            </a:pPr>
            <a:r>
              <a:t>Ou on en sera apres execution du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17/19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SYNTHESE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Bilan attendu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Avant ce cycle : 19 colonnes manquantes sur ~98 attendues par gold_roadmap.md.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Apres etapes 1-3 : +11 colonnes -- l'ecart residuel tombe a 8, dont 9 sont en realite une erreur de comptage documentaire corrigee a l'etape 4 (ecart reel -&gt; 0, hors architecture).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Apres etape 4 : gold_roadmap.md et le code sont alignes sur toutes les familles de features -- plus aucun ecart de contenu.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Seul reste l'ecart architecture (etape 5) -- assume et reporte explicitement a un sprint dedie, pas une dette cachee.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30367"/>
            <a:ext cx="10789920" cy="9144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Recommandation : executer 1-2-3-4 dans ce cycle. Ouvrir 5 comme ticket distinct, sans bloquer la suite.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Gap Analysis -- Gold Dataset InduSense    |    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Merci -- 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D3E4"/>
                </a:solidFill>
                <a:latin typeface="Calibri"/>
              </a:defRPr>
            </a:pPr>
            <a:r>
              <a:t>Gold Dataset InduSense 4.0 -- Gap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