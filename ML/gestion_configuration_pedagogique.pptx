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où vit chaque réglage du projet, qui le lit, et comment le reproduire à l'identique sur un autre poste.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couleur de chaque tuile correspond à la couche détaillée dans la suite du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image taguée par son commit est l'équivalent, côté exécution, de l'étiquette .dvc côté données : on sait exactement quel code tourne.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seuil 0.5 est gelé : le runbook interdit de le modifier pour faire taire une alerte.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Toutes ces pannes ont eu lieu lors de la reprise du projet sur un nouveau poste : c'est le meilleur test d'une gestion de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777240" cy="7772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8723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configuration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composants d'InduSense, une seule logique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3A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Docker · PostgreSQL · données et modèle · observabilité · CI · secrets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principes pour chaque composant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" cy="5303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84" y="1224564"/>
            <a:ext cx="275783" cy="27578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789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réglage est un fichier versionné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3533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clic dans une interface qu'on ne saurait refaire : dashboards, schéma de base, CI… sont du texte dans Git.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530352" cy="5303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4" y="1956084"/>
            <a:ext cx="275783" cy="27578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8105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configuration est séparée du code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0848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lit ses réglages (variables d'environnement, YAML) ; on change d'environnement sans le modifier.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560320"/>
            <a:ext cx="530352" cy="5303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84" y="2687604"/>
            <a:ext cx="275783" cy="27578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542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défaut sûr, surchargé par l'environnement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28163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fonctionne seul en local ; Docker ou la CI surchargent ce qui diffère.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291840"/>
            <a:ext cx="530352" cy="53035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84" y="3419124"/>
            <a:ext cx="275783" cy="27578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2735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versions sont figées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35478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uv.lock, empreintes md5, tags d'image : la même commande donne le même résultat.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4023360"/>
            <a:ext cx="530352" cy="530352"/>
          </a:xfrm>
          <a:prstGeom prst="ellipse">
            <a:avLst/>
          </a:prstGeom>
          <a:solidFill>
            <a:srgbClr val="C27C00"/>
          </a:solidFill>
          <a:ln w="12700">
            <a:solidFill>
              <a:srgbClr val="C27C0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84" y="4150644"/>
            <a:ext cx="275783" cy="27578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40050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secrets restent hors du dépôt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42793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partagé (.env.example) ; les vraies valeurs restent locales.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composants et leur fichier de configuration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41832" y="132588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14575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385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 · uv.lock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21408" y="1188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06040" y="1325880"/>
            <a:ext cx="548640" cy="548640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714" y="14575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12848" y="19385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212848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· compose.yaml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785616" y="1188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70248" y="1325880"/>
            <a:ext cx="548640" cy="548640"/>
          </a:xfrm>
          <a:prstGeom prst="ellipse">
            <a:avLst/>
          </a:prstGeom>
          <a:solidFill>
            <a:srgbClr val="6B4FB8"/>
          </a:solidFill>
          <a:ln w="12700">
            <a:solidFill>
              <a:srgbClr val="6B4FB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922" y="14575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77056" y="19385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877056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alembic/versions · machine.sql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449824" y="1188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934456" y="1325880"/>
            <a:ext cx="548640" cy="548640"/>
          </a:xfrm>
          <a:prstGeom prst="ellipse">
            <a:avLst/>
          </a:prstGeom>
          <a:solidFill>
            <a:srgbClr val="B4458C"/>
          </a:solidFill>
          <a:ln w="12700">
            <a:solidFill>
              <a:srgbClr val="B4458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130" y="14575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41264" y="19385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(DVC)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541264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.dvc/config · *.dvc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114032" y="118872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598664" y="1325880"/>
            <a:ext cx="548640" cy="548640"/>
          </a:xfrm>
          <a:prstGeom prst="ellipse">
            <a:avLst/>
          </a:prstGeom>
          <a:solidFill>
            <a:srgbClr val="B4458C"/>
          </a:solidFill>
          <a:ln w="12700">
            <a:solidFill>
              <a:srgbClr val="B4458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338" y="145755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05472" y="193852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205472" y="221284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params.yaml · metrics.json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57200" y="292608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41832" y="306324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6" y="319491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48640" y="36758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39502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 · variables d'env.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2121408" y="292608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2606040" y="3063240"/>
            <a:ext cx="548640" cy="548640"/>
          </a:xfrm>
          <a:prstGeom prst="ellipse">
            <a:avLst/>
          </a:prstGeom>
          <a:solidFill>
            <a:srgbClr val="C4621C"/>
          </a:solidFill>
          <a:ln w="12700">
            <a:solidFill>
              <a:srgbClr val="C4621C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7714" y="3194914"/>
            <a:ext cx="285293" cy="285293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2212848" y="36758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2212848" y="39502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prometheus.yml · alert rules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3785616" y="292608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4270248" y="3063240"/>
            <a:ext cx="548640" cy="548640"/>
          </a:xfrm>
          <a:prstGeom prst="ellipse">
            <a:avLst/>
          </a:prstGeom>
          <a:solidFill>
            <a:srgbClr val="C4621C"/>
          </a:solidFill>
          <a:ln w="12700">
            <a:solidFill>
              <a:srgbClr val="C4621C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1922" y="3194914"/>
            <a:ext cx="285293" cy="285293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3877056" y="36758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3877056" y="39502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provisioning/ · dashboards/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5449824" y="292608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5934456" y="3063240"/>
            <a:ext cx="548640" cy="548640"/>
          </a:xfrm>
          <a:prstGeom prst="ellipse">
            <a:avLst/>
          </a:prstGeom>
          <a:solidFill>
            <a:srgbClr val="3E7D2E"/>
          </a:solidFill>
          <a:ln w="12700">
            <a:solidFill>
              <a:srgbClr val="3E7D2E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6130" y="3194914"/>
            <a:ext cx="285293" cy="285293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541264" y="36758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· Prefect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5541264" y="39502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MLFLOW_TRACKING_URI · PREFECT_HOME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7114032" y="292608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7598664" y="3063240"/>
            <a:ext cx="548640" cy="548640"/>
          </a:xfrm>
          <a:prstGeom prst="ellipse">
            <a:avLst/>
          </a:prstGeom>
          <a:solidFill>
            <a:srgbClr val="3E7D2E"/>
          </a:solidFill>
          <a:ln w="12700">
            <a:solidFill>
              <a:srgbClr val="3E7D2E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0338" y="3194914"/>
            <a:ext cx="285293" cy="285293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205472" y="36758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GitHub Actions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7205472" y="39502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gagne ? L'ordre de priorité d'un réglage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: où l'API trouve-t-elle la base de données ? (DB_HOST, lu par src/indusense/config.py)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fournie par Docker / la CI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 → DB_HOST: db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 toujours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7909560" cy="822960"/>
          </a:xfrm>
          <a:prstGeom prst="roundRect">
            <a:avLst>
              <a:gd name="adj" fmla="val 8889"/>
            </a:avLst>
          </a:prstGeom>
          <a:solidFill>
            <a:srgbClr val="3F9594"/>
          </a:solidFill>
          <a:ln w="12700">
            <a:solidFill>
              <a:srgbClr val="3F95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5146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.env du poste (non commité)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44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→ DB_HOST=localhost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le défaut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3474720"/>
            <a:ext cx="7589520" cy="822960"/>
          </a:xfrm>
          <a:prstGeom prst="roundRect">
            <a:avLst>
              <a:gd name="adj" fmla="val 8889"/>
            </a:avLst>
          </a:prstGeom>
          <a:solidFill>
            <a:srgbClr val="8DBDBB"/>
          </a:solidFill>
          <a:ln w="12700">
            <a:solidFill>
              <a:srgbClr val="8DBDB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34747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par défaut dans le code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9044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os.getenv("DB_HOST", "localhost")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si rien d'autre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code, trois contextes : sur le PC la base est « localhost », dans Docker elle s'appelle « db ».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L'environnement Python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270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 : Python ≥ 3.13, dépendances (fastapi, xgboost, mlflow…), groupes dev et dl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933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uv.lock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Fige la version exacte de chaque paquet, y compris les dépendances indirectes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06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[tool.ruff] [tool.black]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9535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style partagées : longueur de ligne 100, règles ignorées justifiées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4198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[tool.pytest] markers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667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requires_local_infra : sépare les tests locaux de ceux de la CI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0" y="1280160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E3F2F1"/>
          </a:solidFill>
          <a:ln w="12700">
            <a:solidFill>
              <a:srgbClr val="E3F2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89788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336</a:t>
            </a:r>
            <a:endParaRPr lang="en-US" sz="60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paquets figés dans uv.lock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89788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 --frozen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89788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reconstruit exactement le même .venv, sur tout poste et dans la CI.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conteneurs Docker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270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 2 étapes, utilisateur non-root, MODEL_PATH fixé, HEALTHCHECK /health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93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.dockerignore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240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minimal : src/, lockfile et model.joblib seulement (pas le CSV de 144 Mo)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066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953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services, leurs variables, ports et l'ordre de démarrage (depends_on: healthy)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4198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Docker/docker-compose.yml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667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développement + pgAdmin, réglée par Docker/.env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280160"/>
          <a:ext cx="33832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hôte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(postgres:16)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pgAdmin (dev)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5303520" y="3794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ports sont de la configuration : les changer ne touche pas au code.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2 bis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images : construire, taguer, publier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E6EEF8"/>
          </a:solidFill>
          <a:ln w="12700">
            <a:solidFill>
              <a:srgbClr val="E6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1298448"/>
            <a:ext cx="548640" cy="548640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54" y="1430122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recette, dans Git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322576" y="1737360"/>
            <a:ext cx="246888" cy="292608"/>
          </a:xfrm>
          <a:prstGeom prst="rightArrow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606040" y="11887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E6EEF8"/>
          </a:solidFill>
          <a:ln w="12700">
            <a:solidFill>
              <a:srgbClr val="E6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1298448"/>
            <a:ext cx="548640" cy="548640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794" y="1430122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9748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GitHub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697480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à chaque push sur main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471416" y="1737360"/>
            <a:ext cx="246888" cy="292608"/>
          </a:xfrm>
          <a:prstGeom prst="rightArrow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754880" y="11887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E6EEF8"/>
          </a:solidFill>
          <a:ln w="12700">
            <a:solidFill>
              <a:srgbClr val="E6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394960" y="1298448"/>
            <a:ext cx="548640" cy="548640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634" y="1430122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84632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ghcr.io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indusense-api:&lt;commit&gt;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620256" y="1737360"/>
            <a:ext cx="246888" cy="292608"/>
          </a:xfrm>
          <a:prstGeom prst="rightArrow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903720" y="11887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E6EEF8"/>
          </a:solidFill>
          <a:ln w="12700">
            <a:solidFill>
              <a:srgbClr val="E6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543800" y="1298448"/>
            <a:ext cx="548640" cy="548640"/>
          </a:xfrm>
          <a:prstGeom prst="ellipse">
            <a:avLst/>
          </a:prstGeom>
          <a:solidFill>
            <a:srgbClr val="2563A6"/>
          </a:solidFill>
          <a:ln w="12700">
            <a:solidFill>
              <a:srgbClr val="2563A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474" y="143012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9516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995160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pull, jamais de rebuild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47548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60020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indusense-api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&lt;sha du commit&gt;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traçable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prometheus / grafana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v3.1.0 / 11.4.0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postgres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mineure libre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2"/>
          <p:cNvSpPr/>
          <p:nvPr/>
        </p:nvSpPr>
        <p:spPr>
          <a:xfrm>
            <a:off x="5486400" y="283464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3F2F1"/>
          </a:solidFill>
          <a:ln w="12700">
            <a:solidFill>
              <a:srgbClr val="E3F2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5669280" y="2926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Vécu : l'image faisait 780 Mo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669280" y="32461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y installait aussi les outils de dev (dvc, streamlit, pytest…). Avec --no-dev : 693 Mo, sous le seuil de 750 Mo.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tag :latest bouge à chaque push ; en production on déploie toujours un tag de commit.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6B4FB8"/>
          </a:solidFill>
          <a:ln w="12700">
            <a:solidFill>
              <a:srgbClr val="6B4FB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schéma de la base est du code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crée jamais une table à la main : chaque évolution du schéma est une migration Alembic, versionnée et rejouable dans l'ordre.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804672" cy="685800"/>
          </a:xfrm>
          <a:prstGeom prst="roundRect">
            <a:avLst>
              <a:gd name="adj" fmla="val 10667"/>
            </a:avLst>
          </a:prstGeom>
          <a:solidFill>
            <a:srgbClr val="E9E3F6"/>
          </a:solidFill>
          <a:ln w="12700">
            <a:solidFill>
              <a:srgbClr val="6B4F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" y="19202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380744" y="1920240"/>
            <a:ext cx="804672" cy="685800"/>
          </a:xfrm>
          <a:prstGeom prst="roundRect">
            <a:avLst>
              <a:gd name="adj" fmla="val 10667"/>
            </a:avLst>
          </a:prstGeom>
          <a:solidFill>
            <a:srgbClr val="E9E3F6"/>
          </a:solidFill>
          <a:ln w="12700">
            <a:solidFill>
              <a:srgbClr val="6B4F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17320" y="19202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flags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04288" y="1920240"/>
            <a:ext cx="804672" cy="685800"/>
          </a:xfrm>
          <a:prstGeom prst="roundRect">
            <a:avLst>
              <a:gd name="adj" fmla="val 10667"/>
            </a:avLst>
          </a:prstGeom>
          <a:solidFill>
            <a:srgbClr val="E9E3F6"/>
          </a:solidFill>
          <a:ln w="12700">
            <a:solidFill>
              <a:srgbClr val="6B4F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40864" y="19202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· DQ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27832" y="1920240"/>
            <a:ext cx="804672" cy="685800"/>
          </a:xfrm>
          <a:prstGeom prst="roundRect">
            <a:avLst>
              <a:gd name="adj" fmla="val 10667"/>
            </a:avLst>
          </a:prstGeom>
          <a:solidFill>
            <a:srgbClr val="E9E3F6"/>
          </a:solidFill>
          <a:ln w="12700">
            <a:solidFill>
              <a:srgbClr val="6B4FB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64408" y="19202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51376" y="1920240"/>
            <a:ext cx="804672" cy="685800"/>
          </a:xfrm>
          <a:prstGeom prst="roundRect">
            <a:avLst>
              <a:gd name="adj" fmla="val 10667"/>
            </a:avLst>
          </a:prstGeom>
          <a:solidFill>
            <a:srgbClr val="E9E3F6"/>
          </a:solidFill>
          <a:ln w="12700">
            <a:solidFill>
              <a:srgbClr val="6B4F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87952" y="19202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74920" y="1920240"/>
            <a:ext cx="804672" cy="685800"/>
          </a:xfrm>
          <a:prstGeom prst="roundRect">
            <a:avLst>
              <a:gd name="adj" fmla="val 10667"/>
            </a:avLst>
          </a:prstGeom>
          <a:solidFill>
            <a:srgbClr val="E9E3F6"/>
          </a:solidFill>
          <a:ln w="12700">
            <a:solidFill>
              <a:srgbClr val="6B4FB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11496" y="19202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+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98464" y="1920240"/>
            <a:ext cx="804672" cy="685800"/>
          </a:xfrm>
          <a:prstGeom prst="roundRect">
            <a:avLst>
              <a:gd name="adj" fmla="val 10667"/>
            </a:avLst>
          </a:prstGeom>
          <a:solidFill>
            <a:srgbClr val="E9E3F6"/>
          </a:solidFill>
          <a:ln w="12700">
            <a:solidFill>
              <a:srgbClr val="6B4FB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35040" y="19202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22008" y="1920240"/>
            <a:ext cx="804672" cy="685800"/>
          </a:xfrm>
          <a:prstGeom prst="roundRect">
            <a:avLst>
              <a:gd name="adj" fmla="val 10667"/>
            </a:avLst>
          </a:prstGeom>
          <a:solidFill>
            <a:srgbClr val="E9E3F6"/>
          </a:solidFill>
          <a:ln w="12700">
            <a:solidFill>
              <a:srgbClr val="6B4FB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58584" y="19202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845552" y="1920240"/>
            <a:ext cx="804672" cy="685800"/>
          </a:xfrm>
          <a:prstGeom prst="roundRect">
            <a:avLst>
              <a:gd name="adj" fmla="val 10667"/>
            </a:avLst>
          </a:prstGeom>
          <a:solidFill>
            <a:srgbClr val="6B4FB8"/>
          </a:solidFill>
          <a:ln w="12700">
            <a:solidFill>
              <a:srgbClr val="6B4FB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82128" y="19202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hash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migrations, de la plus ancienne à la plus récente (head)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15468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" y="3282696"/>
            <a:ext cx="36941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 upgrade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recrée les 11 tables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754880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4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alembic.ini + alembic/versions/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754880" y="3401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la base et historique du schéma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721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4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machine.sql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39684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: les 15 machines et la maintenance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Vécu : sur un PC neuf, la base a été reconstruite entièrement à partir de ces fichiers, sans rien retaper.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B4458C"/>
          </a:solidFill>
          <a:ln w="12700">
            <a:solidFill>
              <a:srgbClr val="B4458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4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et modèle : la traçabilité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362456"/>
            <a:ext cx="36027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data/gold/gold_dataset.csv.dvc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md5: 47f3185b0314adc0…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size: 144009101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3444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19472" y="1362456"/>
            <a:ext cx="36027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artifacts/models/params.yaml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n_estimators: 287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max_depth: 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gold_md5: 47f3185b0314adc0…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77440" y="2606040"/>
            <a:ext cx="4389120" cy="0"/>
          </a:xfrm>
          <a:prstGeom prst="line">
            <a:avLst/>
          </a:prstGeom>
          <a:noFill/>
          <a:ln w="31750">
            <a:solidFill>
              <a:srgbClr val="B4458C"/>
            </a:solidFill>
            <a:prstDash val="solid"/>
            <a:headEnd type="triangle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2377440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4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empreinte : ce modèle a été entraîné sur CE dataset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154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4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.dvc/config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sont stockées les données : remote DagsHub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657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4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params.yaml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904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du modèle servi + empreinte du dataset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60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4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metrics.json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de référence et seuil de décision gelé (threshold: 0.5)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C4621C"/>
          </a:solidFill>
          <a:ln w="12700">
            <a:solidFill>
              <a:srgbClr val="C4621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4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L'observabilité « as code »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 surveiller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prometheus.yml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api:8000/metrics toutes les 15 s, exporteur de dérive sur le port 9110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447288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alerter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447288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drift_alert_rules.yml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447288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&gt; 0,25 sur une feature → alerte IndusenseDriftPSIEleve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BEEE4"/>
          </a:solidFill>
          <a:ln w="12700">
            <a:solidFill>
              <a:srgbClr val="FBEE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236208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afficher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grafana/provisioning/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236208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Prometheus et dashboards drift + SLO chargés au démarrage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Grafana détruit puis recréé retrouve ses dashboards : rien n'a été configuré à la souris.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3E7D2E"/>
          </a:solidFill>
          <a:ln w="12700">
            <a:solidFill>
              <a:srgbClr val="3E7D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d'expériences et automatisation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7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270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push : ruff, black, pytest, build du paquet, puis image publiée sur ghcr.io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933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7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MLFLOW_TRACKING_URI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240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MLflow enregistre les runs (défaut : sqlite:///mlflow_tp7.db)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06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7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PREFECT_HOME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9535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flows Prefect ; fixé dans l'image Docker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4198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7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PREDICTIONS_DB_URL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667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en local, PostgreSQL dans compose : une seule URL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128016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E7F1E4"/>
          </a:solidFill>
          <a:ln w="12700">
            <a:solidFill>
              <a:srgbClr val="E7F1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98932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E7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 est le juge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part d'un dépôt vierge. Si un test dépend d'un fichier non versionné, elle échoue.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27889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Vécu : 3 tests lisaient mlflow_tp7.db, retiré de Git → échec en CI, corrigé par le marqueur requires_local_infra.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même réglage, trois environnements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40280"/>
                <a:gridCol w="224028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Réglage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(développement)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localhost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66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ML/artifacts/models/…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/app/artifacts/models/…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66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utilisé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API_KEY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.env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compose (valeur de dev)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66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défaut du code (tests)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DagsHub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.dvc/config.local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secret DAGSHUB_TOKEN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3794760"/>
            <a:ext cx="566928" cy="566928"/>
          </a:xfrm>
          <a:prstGeom prst="ellipse">
            <a:avLst/>
          </a:prstGeom>
          <a:solidFill>
            <a:srgbClr val="C27C00"/>
          </a:solidFill>
          <a:ln w="12700">
            <a:solidFill>
              <a:srgbClr val="C27C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3930823"/>
            <a:ext cx="294803" cy="2948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376732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: le dépôt contient le modèle (.env.example), jamais la valeur (.env, config.local). En production, les mots de passe de dev du compose seraient remplacés par des secrets.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Gestion de configuration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Configurations non portables rencontrées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lié à un autre PC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: </a:t>
            </a:r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.venv pointait vers C:\Users\Aelion\…\python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 : </a:t>
            </a:r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--frozen l'a reconstruit depuis uv.lock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absolus dans MLflow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: </a:t>
            </a:r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cherchés dans C:/Users/Aelion/py-init/…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 : </a:t>
            </a:r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chemins relatifs ou un serveur MLflow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déjà occupé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: </a:t>
            </a:r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 natif sur 5432, en conflit avec Docker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 : </a:t>
            </a:r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natif arrêté ; port = configuration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0F4F4"/>
          </a:solidFill>
          <a:ln w="12700">
            <a:solidFill>
              <a:srgbClr val="F0F4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9204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DVC introuvable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: </a:t>
            </a:r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../../py-init-dvc-storage, dossier local absent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 : </a:t>
            </a:r>
            <a:pPr indent="0" marL="0">
              <a:buNone/>
            </a:pPr>
            <a:r>
              <a:rPr lang="en-US" sz="1200" dirty="0">
                <a:solidFill>
                  <a:srgbClr val="1D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distant DagsHub, partagé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commun : une valeur propre à UNE machine écrite en dur au lieu d'être configurable.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4619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texte versionné</a:t>
            </a:r>
            <a:pPr indent="0" marL="0">
              <a:buNone/>
            </a:pPr>
            <a:r>
              <a:rPr lang="en-US" sz="1600" dirty="0">
                <a:solidFill>
                  <a:srgbClr val="C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dépendances, image, schéma, dashboards, CI.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23918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103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lit sa configuration</a:t>
            </a:r>
            <a:pPr indent="0" marL="0">
              <a:buNone/>
            </a:pPr>
            <a:r>
              <a:rPr lang="en-US" sz="1600" dirty="0">
                <a:solidFill>
                  <a:srgbClr val="C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défaut sûr, surchargé par .env puis par Docker ou la CI.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01642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8803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figé</a:t>
            </a:r>
            <a:pPr indent="0" marL="0">
              <a:buNone/>
            </a:pPr>
            <a:r>
              <a:rPr lang="en-US" sz="1600" dirty="0">
                <a:solidFill>
                  <a:srgbClr val="C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uv.lock, empreintes md5, versions d'images.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rgbClr val="C27C00"/>
          </a:solidFill>
          <a:ln w="12700">
            <a:solidFill>
              <a:srgbClr val="C27C0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793663"/>
            <a:ext cx="294803" cy="29480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6576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secrets ne sont jamais versionnés</a:t>
            </a:r>
            <a:pPr indent="0" marL="0">
              <a:buNone/>
            </a:pPr>
            <a:r>
              <a:rPr lang="en-US" sz="1600" dirty="0">
                <a:solidFill>
                  <a:srgbClr val="C6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.env.example oui, .env non.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3A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ultime : un nouveau poste doit relancer tout le projet à partir du dépôt, sans rien retaper.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 configuration : InduSense</dc:title>
  <dc:subject>PptxGenJS Presentation</dc:subject>
  <dc:creator>Guillaume Saïdani</dc:creator>
  <cp:lastModifiedBy>Guillaume Saïdani</cp:lastModifiedBy>
  <cp:revision>1</cp:revision>
  <dcterms:created xsi:type="dcterms:W3CDTF">2026-09-23T14:58:14Z</dcterms:created>
  <dcterms:modified xsi:type="dcterms:W3CDTF">2026-09-23T14:58:14Z</dcterms:modified>
</cp:coreProperties>
</file>