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savoir ranger chaque fichier du projet au bon endroit. Trois gardiens : Git, DVC, et… personne (les secrets).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choisir un outil, on se demande : quelle est la nature de ce fichier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L'étiquette .dvc est le pont entre les deux mondes : Git la versionne, DVC stocke ce qu'elle désigne.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DagsHub affiche les deux au même endroit (d'où la confusion) : il remplace l'étiquette par le vrai fichier à l'affichage.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L'ordre des questions compte : on vérifie d'abord le secret, car un secret peut aussi être un petit fichier de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31520" cy="73152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861365"/>
            <a:ext cx="380390" cy="3803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7320" y="685800"/>
            <a:ext cx="731520" cy="731520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85" y="861365"/>
            <a:ext cx="380390" cy="3803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0" y="685800"/>
            <a:ext cx="731520" cy="731520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565" y="861365"/>
            <a:ext cx="380390" cy="38039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Git, DVC et secrets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garde quoi dans un projet de Machine Learning ?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au projet InduSense : maintenance prédictive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projet ML contient trois familles de fichiers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276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et lisibles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les écrit à la main. Chaque ligne modifiée a un sens.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train.py, compose.yaml, test_api.py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463040"/>
            <a:ext cx="685800" cy="685800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6276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ou binaires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ou consommés par le projet. Illisibles ligne à ligne.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telemetry.csv, gold_dataset.csv, model.joblib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2344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1463040"/>
            <a:ext cx="685800" cy="685800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6276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Donnent un accès. Ne doivent jamais être publiés.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mots de passe, clé API, token DagsHub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règle : à chaque famille son gardien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331720"/>
                <a:gridCol w="2331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→ GitHub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9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 → DagsHub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 l'un ni l'autre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C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configuration, tests, docs, étiquettes .dvc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et modèles entraînés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: mots de passe, tokens, clés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Petits fichiers (GitHub refuse &gt; 100 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Jusqu'à plusieurs 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octets… mais critiques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Chaque ligne modifiée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fichier entier, repéré par son empreinte md5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Restent sur le poste ou dans les « secrets » de la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/ git push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dvc add / dvc push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.env, config.local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formateur : « Git gère le code, la configuration et les tests. » Exact, sauf les secrets.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: le catalogue du projet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07592"/>
            <a:ext cx="201168" cy="201168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src/indusense/, scripts/, alembic/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965960"/>
            <a:ext cx="201168" cy="201168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892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167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pyproject.toml, Dockerfile, ci.yml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624328"/>
            <a:ext cx="201168" cy="201168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2551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825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: rejoués par la CI à chaque push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282696"/>
            <a:ext cx="201168" cy="201168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09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4838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model_card.md, runbook.md, TP*.ipynb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941064"/>
            <a:ext cx="201168" cy="201168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867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DVC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142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telemetry.csv.dvc, model.joblib.dvc…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77840" y="123444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Git 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18745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exactement quelle ligne a changé, qui l'a changée, et pourquoi.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revenir à n'importe quelle version.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garde TOUTES les versions de TOUT : un gros fichier alourdit le dépôt pour toujours.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DVC : données ET modèles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reçue : DVC ne sert qu'aux datasets. En réalité, il versionne tout fichier trop gros ou binaire pour Git, y compris les modèles.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telemetry.csv.dvc   → dans Git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md5: 524ef4aa52966ce9…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size: 8323471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telemetry.csv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lignes, quelques octets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697480"/>
            <a:ext cx="548640" cy="411480"/>
          </a:xfrm>
          <a:prstGeom prst="rightArrow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828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2578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telemetry.csv   → sur DagsHub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2286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7C4D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de relevés capteurs, rangés sous leur empreinte md5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fichier change d'un octet, l'empreinte change : nouvelle version.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Suivis par DVC dans InduSense : telemetry.csv · releves_incidents_anonymised.csv · gold_dataset.csv (144 Mo) · model.joblib · model_clv.joblib (106 Mo)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et DVC travaillent ensemble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46120" y="1234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29000" y="1417320"/>
            <a:ext cx="548640" cy="548640"/>
          </a:xfrm>
          <a:prstGeom prst="ellipse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067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PC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données + cache .dvc/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3777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config, tests, docs et étiquettes .dvc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9496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3246120"/>
            <a:ext cx="548640" cy="548640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4" y="33777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DagsHub (stockage DVC)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vrais fichiers de données et les modèles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 flipH="1">
            <a:off x="2103120" y="2377440"/>
            <a:ext cx="1463040" cy="685800"/>
          </a:xfrm>
          <a:prstGeom prst="line">
            <a:avLst/>
          </a:prstGeom>
          <a:noFill/>
          <a:ln w="31750">
            <a:solidFill>
              <a:srgbClr val="E8491D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132588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4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577840" y="2377440"/>
            <a:ext cx="1463040" cy="685800"/>
          </a:xfrm>
          <a:prstGeom prst="line">
            <a:avLst/>
          </a:prstGeom>
          <a:noFill/>
          <a:ln w="31750">
            <a:solidFill>
              <a:srgbClr val="7C4DCC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672084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4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= une version du code + une version des données. Revenir en arrière : git checkout &lt;commit&gt; puis dvc checkout.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secrets : ni Git, ni DVC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va dans Git, mais sans ses valeurs sensibles. On sépare toujours le modèle (partagé) des vraies valeurs (locales).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  dans Git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API_KEY=dev-local-key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DB_HOST=localhost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783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3776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  hors Git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valeurs de votre poste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154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.dvc/config   dans Git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https://dagshub.com/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guillaume.saidani/Indusense.dvc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3154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3776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.dvc/config.local   hors Git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token DagsHub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2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secret publié par erreur (dépôt, chat, capture) se régénère aussitôt : on ne l'efface pas, on le révoque.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après un changement de données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097280"/>
            <a:ext cx="594360" cy="594360"/>
          </a:xfrm>
          <a:prstGeom prst="ellipse">
            <a:avLst/>
          </a:prstGeom>
          <a:solidFill>
            <a:srgbClr val="7C4D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4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add ML/telemetry.csv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à jour l'étiquette et le cache 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3258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594360" cy="594360"/>
          </a:xfrm>
          <a:prstGeom prst="ellipse">
            <a:avLst/>
          </a:prstGeom>
          <a:solidFill>
            <a:srgbClr val="E849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4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… .dvc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4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6974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la nouvelle étiquette dans l'historique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1097280"/>
            <a:ext cx="594360" cy="594360"/>
          </a:xfrm>
          <a:prstGeom prst="ellipse">
            <a:avLst/>
          </a:prstGeom>
          <a:solidFill>
            <a:srgbClr val="7C4D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4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6974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 fichier sur DagsHub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3258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1097280"/>
            <a:ext cx="594360" cy="594360"/>
          </a:xfrm>
          <a:prstGeom prst="ellipse">
            <a:avLst/>
          </a:prstGeom>
          <a:solidFill>
            <a:srgbClr val="E849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4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6974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l'étiquette (et le code) sur GitHub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n'importe qui clone le dépôt, fait dvc pull, et obtient exactement vos données.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fichier va où ? Trois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53312"/>
            <a:ext cx="640080" cy="640080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506931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Donne-t-il un accès (mot de passe, token, clé) 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ni Git ni DVC : .env / config.local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496312"/>
            <a:ext cx="640080" cy="640080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264993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468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Est-il gros, binaire, ou produit par le projet (données, modèle) ?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834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DVC (et son étiquette .dvc dans Git)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639312"/>
            <a:ext cx="640080" cy="64008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792931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: code, config, test, doc…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977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Pièges rencontrés sur InduSense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suivi deux fois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telemetry.csv et releves_incidents_anonymised.csv étaient dans Git ET DVC.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rm --cached : le fichier reste sur disque, Git l'oublie.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binaire dans Git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mlflow_tp7.db changeait à chaque run et gonflait l'historique.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Retirée de Git, ajoutée au .gitignore.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trop gros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model_clv.joblib (106 Mo) aurait été refusé par GitHub.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Confié à DVC.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920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montré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token DagsHub a été collé dans une conversation.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régénéré, stocké dans config.local.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Git, DVC et secrets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08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</a:t>
            </a:r>
            <a:pPr indent="0" marL="0">
              <a:buNone/>
            </a:pPr>
            <a:r>
              <a:rPr lang="en-US" sz="1700" dirty="0">
                <a:solidFill>
                  <a:srgbClr val="C9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ce qui décrit comment le projet fonctionne : code, config, tests, docs, étiquettes .dvc.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685800" cy="685800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334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514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</a:t>
            </a:r>
            <a:pPr indent="0" marL="0">
              <a:buNone/>
            </a:pPr>
            <a:r>
              <a:rPr lang="en-US" sz="1700" dirty="0">
                <a:solidFill>
                  <a:srgbClr val="C9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ce que le projet produit ou consomme : données et modèles.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474720"/>
            <a:ext cx="685800" cy="685800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3931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3520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secrets </a:t>
            </a:r>
            <a:pPr indent="0" marL="0">
              <a:buNone/>
            </a:pPr>
            <a:r>
              <a:rPr lang="en-US" sz="1700" dirty="0">
                <a:solidFill>
                  <a:srgbClr val="C9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restent sur le poste ou dans les secrets de la CI, jamais publiés.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L'étiquette .dvc relie les deux : un commit = une version du code + une version des données.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Git, DVC et secrets : qui garde quoi ?</dc:title>
  <dc:subject>PptxGenJS Presentation</dc:subject>
  <dc:creator>Guillaume Saïdani</dc:creator>
  <cp:lastModifiedBy>Guillaume Saïdani</cp:lastModifiedBy>
  <cp:revision>1</cp:revision>
  <dcterms:created xsi:type="dcterms:W3CDTF">2026-09-23T14:37:34Z</dcterms:created>
  <dcterms:modified xsi:type="dcterms:W3CDTF">2026-09-23T14:37:34Z</dcterms:modified>
</cp:coreProperties>
</file>