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image" Target="../media/image-10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384048" cy="38404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25880" y="822960"/>
            <a:ext cx="384048" cy="384048"/>
          </a:xfrm>
          <a:prstGeom prst="ellipse">
            <a:avLst/>
          </a:prstGeom>
          <a:solidFill>
            <a:srgbClr val="9AA1A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25880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82296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28800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7863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— Boucle terrain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Versionner Bronze, Silver, Gold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injecter des données terrain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43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InduSense trace chaque lot de données — du fichier terrain brut jusqu'aux features qui challengent le modèle — et pourquoi ça sert de déclencheur de réentraînement.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806440"/>
            <a:ext cx="3291840" cy="457200"/>
          </a:xfrm>
          <a:prstGeom prst="rect">
            <a:avLst/>
          </a:prstGeom>
          <a:solidFill>
            <a:srgbClr val="232C3D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806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25 → 39 · pipeline InduSense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besoin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schéma d'architecture cible évoquait bronze_version / silver_version / gold_version : tracer des lots de données pour pouvoir les rejouer contre le modèle.</a:t>
            </a:r>
            <a:endParaRPr lang="en-US" sz="1450" dirty="0"/>
          </a:p>
        </p:txBody>
      </p:sp>
      <p:pic>
        <p:nvPicPr>
          <p:cNvPr id="4" name="Image 0" descr="C:\Users\Aelion\AppData\Local\Temp\claude\c--Users-Aelion-py-init\6a28ae7f-3b4d-44fc-acab-f9710d38d180\scratchpad\pptx_build\icons\box-bronze-B08D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labo, pas le vrai terrain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« concentrateur » multi-machines réel — on simule l'arrivée de nouvelles mesures.</a:t>
            </a:r>
            <a:endParaRPr lang="en-US" sz="1150" dirty="0"/>
          </a:p>
        </p:txBody>
      </p:sp>
      <p:pic>
        <p:nvPicPr>
          <p:cNvPr id="7" name="Image 1" descr="C:\Users\Aelion\AppData\Local\Temp\claude\c--Users-Aelion-py-init\6a28ae7f-3b4d-44fc-acab-f9710d38d180\scratchpad\pptx_build\icons\flask-whit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947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le modèle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4069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Injecter un lot de données terrain doit pouvoir remettre en question le modèle en place.</a:t>
            </a:r>
            <a:endParaRPr lang="en-US" sz="1150" dirty="0"/>
          </a:p>
        </p:txBody>
      </p:sp>
      <p:pic>
        <p:nvPicPr>
          <p:cNvPr id="10" name="Image 2" descr="C:\Users\Aelion\AppData\Local\Temp\claude\c--Users-Aelion-py-init\6a28ae7f-3b4d-44fc-acab-f9710d38d180\scratchpad\pptx_build\icons\link-ink-1B22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84632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4800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traçabilité complète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188720" y="5120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Savoir, pour chaque ligne Gold, de quel fichier terrain et de quel lot elle vient.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720840" y="1234440"/>
            <a:ext cx="4846320" cy="4800600"/>
          </a:xfrm>
          <a:prstGeom prst="roundRect">
            <a:avLst>
              <a:gd name="adj" fmla="val 2286"/>
            </a:avLst>
          </a:prstGeom>
          <a:solidFill>
            <a:srgbClr val="161B24"/>
          </a:solidFill>
          <a:ln/>
          <a:effectLst>
            <a:outerShdw sx="100000" sy="100000" kx="0" ky="0" algn="bl" rotWithShape="0" blurRad="152400" dist="38100" dir="5400000">
              <a:srgbClr val="1B2230">
                <a:alpha val="18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70866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posée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086600" y="20116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bronze_version / silver_version / gold_version : est-ce faisable ? »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086600" y="3429000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0866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72668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315200" y="3886200"/>
            <a:ext cx="0" cy="320040"/>
          </a:xfrm>
          <a:prstGeom prst="line">
            <a:avLst/>
          </a:prstGeom>
          <a:noFill/>
          <a:ln w="19050">
            <a:solidFill>
              <a:srgbClr val="3A435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86600" y="4206240"/>
            <a:ext cx="457200" cy="457200"/>
          </a:xfrm>
          <a:prstGeom prst="ellipse">
            <a:avLst/>
          </a:prstGeom>
          <a:solidFill>
            <a:srgbClr val="9AA1AC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0866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772668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315200" y="4663440"/>
            <a:ext cx="0" cy="320040"/>
          </a:xfrm>
          <a:prstGeom prst="line">
            <a:avLst/>
          </a:prstGeom>
          <a:noFill/>
          <a:ln w="19050">
            <a:solidFill>
              <a:srgbClr val="3A435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086600" y="498348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0866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7726680" y="4983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— versionnage bronze / silver / gold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elion\AppData\Local\Temp\claude\c--Users-Aelion-py-init\6a28ae7f-3b4d-44fc-acab-f9710d38d180\scratchpad\pptx_build\icons\check-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 nouvelle : le mécanisme existait déjà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34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table, ingestion_batch, déjà reliée par clé étrangère aux trois couches — c'est fonctionnellement bronze_version / silver_version / gold_version.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23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86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700" dirty="0"/>
          </a:p>
        </p:txBody>
      </p:sp>
      <p:pic>
        <p:nvPicPr>
          <p:cNvPr id="9" name="Image 1" descr="C:\Users\Aelion\AppData\Local\Temp\claude\c--Users-Aelion-py-init\6a28ae7f-3b4d-44fc-acab-f9710d38d180\scratchpad\pptx_build\icons\db-ink-1B22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632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bronze_telemetry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bronze_incidents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14400" y="4069080"/>
            <a:ext cx="2697480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14400" y="4206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ingestion_batch_id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46177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 b74e16597ef9 + cc83a31393a7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206240" y="201168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2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80560" y="2286000"/>
            <a:ext cx="502920" cy="502920"/>
          </a:xfrm>
          <a:prstGeom prst="ellipse">
            <a:avLst/>
          </a:prstGeom>
          <a:solidFill>
            <a:srgbClr val="9AA1A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4805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120640" y="2286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700" dirty="0"/>
          </a:p>
        </p:txBody>
      </p:sp>
      <p:pic>
        <p:nvPicPr>
          <p:cNvPr id="18" name="Image 2" descr="C:\Users\Aelion\AppData\Local\Temp\claude\c--Users-Aelion-py-init\6a28ae7f-3b4d-44fc-acab-f9710d38d180\scratchpad\pptx_build\icons\db-ink-1B22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06324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9204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silver_sensor_reading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silver_incident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480560" y="4069080"/>
            <a:ext cx="2697480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480560" y="4206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ingestion_batch_id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480560" y="46177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 454eda74d1b4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772400" y="201168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23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46720" y="228600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467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8686800" y="2286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700" dirty="0"/>
          </a:p>
        </p:txBody>
      </p:sp>
      <p:pic>
        <p:nvPicPr>
          <p:cNvPr id="27" name="Image 3" descr="C:\Users\Aelion\AppData\Local\Temp\claude\c--Users-Aelion-py-init\6a28ae7f-3b4d-44fc-acab-f9710d38d180\scratchpad\pptx_build\icons\db-ink-1B223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063240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45820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gold_machine_hourly_feature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8046720" y="4069080"/>
            <a:ext cx="2697480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046720" y="4206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7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ingestion_batch_id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8046720" y="46177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 f9cde5e0c2a3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ingestion_batch.source_name  ('telemetry' | 'incidents' | 'silver_telemetry' | 'silver_incidents' | 'gold')  joue déjà le rôle de discriminant de couche.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— versionnage bronze / silver / gold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elion\AppData\Local\Temp\claude\c--Users-Aelion-py-init\6a28ae7f-3b4d-44fc-acab-f9710d38d180\scratchpad\pptx_build\icons\warn-B08D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 mais quatre limites concrètes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5" name="Image 1" descr="C:\Users\Aelion\AppData\Local\Temp\claude\c--Users-Aelion-py-init\6a28ae7f-3b4d-44fc-acab-f9710d38d180\scratchpad\pptx_build\icons\csv-ink-1B22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8105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Peuplé à la main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24231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Cellules SQL copiées-collées dans TP4/TP5/TP6.ipynb — pas de fonction réutilisable, rien de pilotable par un flow.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263640" y="15544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9" name="Image 2" descr="C:\Users\Aelion\AppData\Local\Temp\claude\c--Users-Aelion-py-init\6a28ae7f-3b4d-44fc-acab-f9710d38d180\scratchpad\pptx_build\icons\hourglass-silver-9AA1A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2880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086600" y="18105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+ rebuild complet</a:t>
            </a:r>
            <a:endParaRPr lang="en-US" sz="1450" dirty="0"/>
          </a:p>
        </p:txBody>
      </p:sp>
      <p:sp>
        <p:nvSpPr>
          <p:cNvPr id="11" name="Text 6"/>
          <p:cNvSpPr txBox="1"/>
          <p:nvPr/>
        </p:nvSpPr>
        <p:spPr>
          <a:xfrm>
            <a:off x="6537960" y="24231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exécution efface et régénère toute la table Gold — impossible d'injecter « juste un nouveau lot ».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40080" y="40690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13" name="Image 3" descr="C:\Users\Aelion\AppData\Local\Temp\claude\c--Users-Aelion-py-init\6a28ae7f-3b4d-44fc-acab-f9710d38d180\scratchpad\pptx_build\icons\finger-gold-D4AF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4340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63040" y="43251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hash de contenu</a:t>
            </a:r>
            <a:endParaRPr lang="en-US" sz="1450" dirty="0"/>
          </a:p>
        </p:txBody>
      </p:sp>
      <p:sp>
        <p:nvSpPr>
          <p:cNvPr id="15" name="Text 9"/>
          <p:cNvSpPr txBox="1"/>
          <p:nvPr/>
        </p:nvSpPr>
        <p:spPr>
          <a:xfrm>
            <a:off x="914400" y="49377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distingue un vrai nouveau fichier terrain d'un simple rejeu du même CSV.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263640" y="40690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17" name="Image 4" descr="C:\Users\Aelion\AppData\Local\Temp\claude\c--Users-Aelion-py-init\6a28ae7f-3b4d-44fc-acab-f9710d38d180\scratchpad\pptx_build\icons\server-ink-1B223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34340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86600" y="43251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consommé par le réentraînement</a:t>
            </a:r>
            <a:endParaRPr lang="en-US" sz="1450" dirty="0"/>
          </a:p>
        </p:txBody>
      </p:sp>
      <p:sp>
        <p:nvSpPr>
          <p:cNvPr id="19" name="Text 12"/>
          <p:cNvSpPr txBox="1"/>
          <p:nvPr/>
        </p:nvSpPr>
        <p:spPr>
          <a:xfrm>
            <a:off x="6537960" y="49377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gate de dérive de retrain_flow.py compare des dates fixes, pas un lot réellement injecté.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— versionnage bronze / silver / gold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a construit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3756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ingestion_batch plutôt que le dupliquer — quatre pièces, aucune nouvelle table bronze_version / silver_version / gold_version.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434840"/>
            <a:ext cx="822960" cy="822960"/>
          </a:xfrm>
          <a:prstGeom prst="ellipse">
            <a:avLst/>
          </a:prstGeom>
          <a:solidFill>
            <a:srgbClr val="232C3D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349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contenu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4434840"/>
            <a:ext cx="822960" cy="822960"/>
          </a:xfrm>
          <a:prstGeom prst="ellipse">
            <a:avLst/>
          </a:prstGeom>
          <a:solidFill>
            <a:srgbClr val="232C3D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5349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d'ingestion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4434840"/>
            <a:ext cx="822960" cy="822960"/>
          </a:xfrm>
          <a:prstGeom prst="ellipse">
            <a:avLst/>
          </a:prstGeom>
          <a:solidFill>
            <a:srgbClr val="232C3D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5349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append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4434840"/>
            <a:ext cx="822960" cy="822960"/>
          </a:xfrm>
          <a:prstGeom prst="ellipse">
            <a:avLst/>
          </a:prstGeom>
          <a:solidFill>
            <a:srgbClr val="232C3D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5349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5ᵉ feu vert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2 — Un hash, et des fonctions réutilisables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4" name="Image 0" descr="C:\Users\Aelion\AppData\Local\Temp\claude\c--Users-Aelion-py-init\6a28ae7f-3b4d-44fc-acab-f9710d38d180\scratchpad\pptx_build\icons\lock-gold-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content_hash (migration)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48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colonne sur ingestion_batch — MD5 du fichier, même algorithme que hash_file() (indusense/data.py), déjà utilisé pour les exports Gold DVC/MLflow.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alembic/versions/e3a9f1c7b2d4_add_ingestion_batch_content_hash.py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035040" y="1371600"/>
            <a:ext cx="5513832" cy="2331720"/>
          </a:xfrm>
          <a:prstGeom prst="roundRect">
            <a:avLst>
              <a:gd name="adj" fmla="val 3922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9" name="Image 1" descr="C:\Users\Aelion\AppData\Local\Temp\claude\c--Users-Aelion-py-init\6a28ae7f-3b4d-44fc-acab-f9710d38d180\scratchpad\pptx_build\icons\branch-ink-1B22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122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open_batch / close_batch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09360" y="2148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pattern répété dans TP4/TP5/TP6 (ouvrir un batch → charger → clôturer), factorisé une seule fois dans indusense/ingest.py.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2971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généré côté Python (uuid4) — la même fonction tourne contre SQLite (tests) et Postgres (prod).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977640"/>
            <a:ext cx="10908792" cy="1965960"/>
          </a:xfrm>
          <a:prstGeom prst="roundRect">
            <a:avLst>
              <a:gd name="adj" fmla="val 3721"/>
            </a:avLst>
          </a:prstGeom>
          <a:solidFill>
            <a:srgbClr val="161B2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60120" y="42062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open_batch(engine, source_name, source_file, content_hash=None) -&gt; uuid.UUID: ...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47091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close_batch(engine, batch_id, rows_read, rows_loaded, rows_rejected=0) -&gt; None: ...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52120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find_batch_by_hash(engine, source_name, content_hash) -&gt; uuid.UUID | None: ...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indusense/ingest.py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— versionnage bronze / silver / gold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— Injecter un lot terrain (append, jamais truncate)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ingest_terrain_batch(engine, csv_path, source_name)  —  l'action labo : déposer un CSV terrain, l'ingérer comme un nouveau batch traçable, sans toucher aux données existantes.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5" name="Image 0" descr="C:\Users\Aelion\AppData\Local\Temp\claude\c--Users-Aelion-py-init\6a28ae7f-3b4d-44fc-acab-f9710d38d180\scratchpad\pptx_build\icons\csv-ink-1B22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377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terrain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déposé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78608" y="2912364"/>
            <a:ext cx="256032" cy="16459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9" name="Shape 6"/>
          <p:cNvSpPr/>
          <p:nvPr/>
        </p:nvSpPr>
        <p:spPr>
          <a:xfrm>
            <a:off x="2852928" y="214884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10" name="Image 1" descr="C:\Users\Aelion\AppData\Local\Temp\claude\c--Users-Aelion-py-init\6a28ae7f-3b4d-44fc-acab-f9710d38d180\scratchpad\pptx_build\icons\finger-gold-D4AF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377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44368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hash_file()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2944368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MD5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91456" y="2912364"/>
            <a:ext cx="256032" cy="16459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4" name="Shape 10"/>
          <p:cNvSpPr/>
          <p:nvPr/>
        </p:nvSpPr>
        <p:spPr>
          <a:xfrm>
            <a:off x="5065776" y="214884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15" name="Image 2" descr="C:\Users\Aelion\AppData\Local\Temp\claude\c--Users-Aelion-py-init\6a28ae7f-3b4d-44fc-acab-f9710d38d180\scratchpad\pptx_build\icons\link-ink-1B22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23774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57216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find_batch_by_hash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5157216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vu ?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004304" y="2912364"/>
            <a:ext cx="256032" cy="16459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9" name="Shape 14"/>
          <p:cNvSpPr/>
          <p:nvPr/>
        </p:nvSpPr>
        <p:spPr>
          <a:xfrm>
            <a:off x="7278624" y="214884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20" name="Image 3" descr="C:\Users\Aelion\AppData\Local\Temp\claude\c--Users-Aelion-py-init\6a28ae7f-3b4d-44fc-acab-f9710d38d180\scratchpad\pptx_build\icons\db-ink-1B223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23774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0064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Bronze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7370064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ingestion_batch_id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9217152" y="2912364"/>
            <a:ext cx="256032" cy="16459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24" name="Shape 18"/>
          <p:cNvSpPr/>
          <p:nvPr/>
        </p:nvSpPr>
        <p:spPr>
          <a:xfrm>
            <a:off x="9491472" y="214884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25" name="Image 4" descr="C:\Users\Aelion\AppData\Local\Temp\claude\c--Users-Aelion-py-init\6a28ae7f-3b4d-44fc-acab-f9710d38d180\scratchpad\pptx_build\icons\check-D4AF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2" y="237744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582912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close_batch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9582912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status='done'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40080" y="4297680"/>
            <a:ext cx="10908792" cy="1691640"/>
          </a:xfrm>
          <a:prstGeom prst="roundRect">
            <a:avLst>
              <a:gd name="adj" fmla="val 5405"/>
            </a:avLst>
          </a:prstGeom>
          <a:solidFill>
            <a:srgbClr val="161B24"/>
          </a:solidFill>
          <a:ln/>
        </p:spPr>
      </p:sp>
      <p:sp>
        <p:nvSpPr>
          <p:cNvPr id="29" name="Shape 22"/>
          <p:cNvSpPr/>
          <p:nvPr/>
        </p:nvSpPr>
        <p:spPr>
          <a:xfrm>
            <a:off x="960120" y="4553712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96012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1600200" y="44805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 : rejouer le même fichier réutilise le batch existant (même hash) au lieu de dupliquer les lignes. Un CSV différent crée un nouveau batch, les deux lots coexistent.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1600200" y="51663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logique que upsert_predictions() (predictions_store.py) — côté Bronze cette fois.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— versionnage bronze / silver / gold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— Un cinquième feu vert dans retrain_flow.py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preuve qu'un nouveau lot terrain a atteint Gold, les feux 3/4 rejoueraient les mêmes données déjà vues.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993392" cy="1920240"/>
          </a:xfrm>
          <a:prstGeom prst="roundRect">
            <a:avLst>
              <a:gd name="adj" fmla="val 4762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A1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validations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 revues HITL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98064" y="1920240"/>
            <a:ext cx="1993392" cy="1920240"/>
          </a:xfrm>
          <a:prstGeom prst="roundRect">
            <a:avLst>
              <a:gd name="adj" fmla="val 4762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A1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260604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Pannes confirmées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461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confirmées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56048" y="1920240"/>
            <a:ext cx="1993392" cy="1920240"/>
          </a:xfrm>
          <a:prstGeom prst="roundRect">
            <a:avLst>
              <a:gd name="adj" fmla="val 4762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93208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A1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93208" y="260604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93208" y="32461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bornes capteurs OK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14032" y="1920240"/>
            <a:ext cx="1993392" cy="1920240"/>
          </a:xfrm>
          <a:prstGeom prst="roundRect">
            <a:avLst>
              <a:gd name="adj" fmla="val 4762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51192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A1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251192" y="260604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constatée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51192" y="32461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&gt; 0.25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72016" y="1920240"/>
            <a:ext cx="1993392" cy="1920240"/>
          </a:xfrm>
          <a:prstGeom prst="roundRect">
            <a:avLst>
              <a:gd name="adj" fmla="val 4762"/>
            </a:avLst>
          </a:prstGeom>
          <a:solidFill>
            <a:srgbClr val="161B24"/>
          </a:solidFill>
          <a:ln w="22225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09176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409176" y="260604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lot terrain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409176" y="32461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Gold 'done' depuis cutoff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3977640"/>
            <a:ext cx="320040" cy="320040"/>
          </a:xfrm>
          <a:prstGeom prst="downArrow">
            <a:avLst/>
          </a:prstGeom>
          <a:solidFill>
            <a:srgbClr val="9AA1A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48056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26" name="Image 0" descr="C:\Users\Aelion\AppData\Local\Temp\claude\c--Users-Aelion-py-init\6a28ae7f-3b4d-44fc-acab-f9710d38d180\scratchpad\pptx_build\icons\check-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754880"/>
            <a:ext cx="384048" cy="38404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463040" y="47548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feux verts réunis → run_arbitration() entraîne le challenger et l'arbitre contre le champion.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463040" y="52120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check_new_terrain_batch(batches, cutoff) — pure, testée en isolation, comme les 4 gates existants (test_retrain_flow.py).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— versionnage bronze / silver / gold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Fichiers touchés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61B2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1417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alembic/versions/e3a9f1c7b2d4_...py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4173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content_hash sur ingestion_batch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908792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8424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61B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9842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19842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indusense/ingest.py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9842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open_batch, close_batch, find_batch_by_hash, ingest_terrain_batch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441448"/>
            <a:ext cx="10908792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55117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5511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MODIFIÉ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25511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indusense/flows/retrain_flow.py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55117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5ᵉ feu vert check_new_terrain_batch + câblage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008376"/>
            <a:ext cx="10908792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11810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61B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1181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31181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tests/test_ingest.py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11810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 — round-trip, idempotence, rejeu, erreurs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575304"/>
            <a:ext cx="10908792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8503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6850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MODIFIÉ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057400" y="36850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tests/test_retrain_flow.py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368503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tests pour le nouveau gate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142232"/>
            <a:ext cx="10908792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07492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29" name="Image 0" descr="C:\Users\Aelion\AppData\Local\Temp\claude\c--Users-Aelion-py-init\6a28ae7f-3b4d-44fc-acab-f9710d38d180\scratchpad\pptx_build\icons\box-bronze-B08D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30952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463040" y="53035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nouvelle table bronze_version / silver_version / gold_version — tout passe par ingestion_batch, déjà en place.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— versionnage bronze / silver / gold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tests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verts au total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300" dirty="0"/>
          </a:p>
        </p:txBody>
      </p:sp>
      <p:pic>
        <p:nvPicPr>
          <p:cNvPr id="9" name="Image 0" descr="C:\Users\Aelion\AppData\Local\Temp\claude\c--Users-Aelion-py-init\6a28ae7f-3b4d-44fc-acab-f9710d38d180\scratchpad\pptx_build\icons\vial-gold-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508760"/>
            <a:ext cx="2011680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3154680"/>
            <a:ext cx="10515600" cy="0"/>
          </a:xfrm>
          <a:prstGeom prst="line">
            <a:avLst/>
          </a:prstGeom>
          <a:noFill/>
          <a:ln w="12700">
            <a:solidFill>
              <a:srgbClr val="39445A"/>
            </a:solidFill>
            <a:prstDash val="solid"/>
          </a:ln>
        </p:spPr>
      </p:sp>
      <p:pic>
        <p:nvPicPr>
          <p:cNvPr id="11" name="Image 1" descr="C:\Users\Aelion\AppData\Local\Temp\claude\c--Users-Aelion-py-init\6a28ae7f-3b4d-44fc-acab-f9710d38d180\scratchpad\pptx_build\icons\check-D4AF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53872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35204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tests/test_ingest.py tests/test_retrain_flow.py -v</a:t>
            </a:r>
            <a:endParaRPr lang="en-US" sz="1300" dirty="0"/>
          </a:p>
        </p:txBody>
      </p:sp>
      <p:pic>
        <p:nvPicPr>
          <p:cNvPr id="13" name="Image 2" descr="C:\Users\Aelion\AppData\Local\Temp\claude\c--Users-Aelion-py-init\6a28ae7f-3b4d-44fc-acab-f9710d38d180\scratchpad\pptx_build\icons\check-D4AF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40507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Injecter un petit CSV terrain via ingest_terrain_batch() contre Postgres local (docker compose up db)</a:t>
            </a:r>
            <a:endParaRPr lang="en-US" sz="1300" dirty="0"/>
          </a:p>
        </p:txBody>
      </p:sp>
      <p:pic>
        <p:nvPicPr>
          <p:cNvPr id="15" name="Image 3" descr="C:\Users\Aelion\AppData\Local\Temp\claude\c--Users-Aelion-py-init\6a28ae7f-3b4d-44fc-acab-f9710d38d180\scratchpad\pptx_build\icons\check-D4AF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9943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458114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nouvelle ligne ingestion_batch avec son content_hash</a:t>
            </a:r>
            <a:endParaRPr lang="en-US" sz="1300" dirty="0"/>
          </a:p>
        </p:txBody>
      </p:sp>
      <p:pic>
        <p:nvPicPr>
          <p:cNvPr id="17" name="Image 4" descr="C:\Users\Aelion\AppData\Local\Temp\claude\c--Users-Aelion-py-init\6a28ae7f-3b4d-44fc-acab-f9710d38d180\scratchpad\pptx_build\icons\check-D4AF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12978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80160" y="51114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Rejouer le même fichier → même batch réutilisé, pas de doublon</a:t>
            </a:r>
            <a:endParaRPr lang="en-US" sz="1300" dirty="0"/>
          </a:p>
        </p:txBody>
      </p:sp>
      <p:pic>
        <p:nvPicPr>
          <p:cNvPr id="19" name="Image 5" descr="C:\Users\Aelion\AppData\Local\Temp\claude\c--Users-Aelion-py-init\6a28ae7f-3b4d-44fc-acab-f9710d38d180\scratchpad\pptx_build\icons\check-D4AF3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660136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564184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indusense.flows.retrain_flow → le gate 5 apparaît dans gates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Hors scope, et la suite possible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FAFAF9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4" name="Image 0" descr="C:\Users\Aelion\AppData\Local\Temp\claude\c--Users-Aelion-py-init\6a28ae7f-3b4d-44fc-acab-f9710d38d180\scratchpad\pptx_build\icons\warn-B08D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Confirmé hors scope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2860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Concentrateur » (agrégation multi-machines réelles)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063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alertes client / acquittement mobile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840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3840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logging Prefect enrichi (forecast timing, confidence score...)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371600"/>
            <a:ext cx="5285232" cy="4023360"/>
          </a:xfrm>
          <a:prstGeom prst="roundRect">
            <a:avLst>
              <a:gd name="adj" fmla="val 2273"/>
            </a:avLst>
          </a:prstGeom>
          <a:solidFill>
            <a:srgbClr val="161B24"/>
          </a:solidFill>
          <a:ln/>
        </p:spPr>
      </p:sp>
      <p:pic>
        <p:nvPicPr>
          <p:cNvPr id="13" name="Image 1" descr="C:\Users\Aelion\AppData\Local\Temp\claude\c--Users-Aelion-py-init\6a28ae7f-3b4d-44fc-acab-f9710d38d180\scratchpad\pptx_build\icons\layer-whit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45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4088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2, optionnelle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Brancher TP4.ipynb, TP5.ipynb et TP6.ipynb sur indusense/ingest.py, à la place des cellules SQL inline actuelles.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3429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bloquant : les notebooks continuent de fonctionner tels quels aujourd'hui.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537960" y="4160520"/>
            <a:ext cx="4663440" cy="0"/>
          </a:xfrm>
          <a:prstGeom prst="line">
            <a:avLst/>
          </a:prstGeom>
          <a:noFill/>
          <a:ln w="12700">
            <a:solidFill>
              <a:srgbClr val="39445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37960" y="4343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migration alembic n'a pas encore été appliquée (alembic upgrade head) — à faire avant tout test en conditions réelles.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— versionnage bronze / silver / gold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2026-09-22T15:22:41Z</dcterms:created>
  <dcterms:modified xsi:type="dcterms:W3CDTF">2026-09-22T15:22:41Z</dcterms:modified>
</cp:coreProperties>
</file>