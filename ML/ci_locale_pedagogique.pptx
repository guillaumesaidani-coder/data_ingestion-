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77240" cy="77724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872338"/>
            <a:ext cx="404165" cy="4041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63040" y="68580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78" y="872338"/>
            <a:ext cx="404165" cy="4041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CI, chez vous et chez GitHub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6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avant de pousser, vérifier après avoir poussé, et comparer à ce qu'on en dit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 · ruff · black · pytest · uv build · ghcr.io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 : un robot qui relit chaque envoi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954" y="15032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poussez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22576" y="1874520"/>
            <a:ext cx="246888" cy="292608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6040" y="123444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94" y="15032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vierge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Ubuntu, dépôt cloné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71416" y="1874520"/>
            <a:ext cx="246888" cy="292608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123444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1371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634" y="15032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décrites dans ci.yml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620256" y="1874520"/>
            <a:ext cx="246888" cy="292608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23444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43800" y="1371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474" y="150327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vert ou ✗ rouge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Continuous Integration, intégration continue : chaque modification est vérifiée automatiquement, tout de suite, au lieu d'être découverte cassée des semaines plus tard.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 en local : </a:t>
            </a:r>
            <a:pPr indent="0" marL="0">
              <a:buNone/>
            </a:pPr>
            <a:r>
              <a:rPr lang="en-US" sz="13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soi-même, sur son PC, les mêmes vérifications, avant de pousser. Comme relire sa copie avant de la rendre.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vraiment .github/workflows/ci.yml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jobs : un contrôle, deux fabrications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quality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push et pull request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192024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14222B"/>
          </a:solidFill>
          <a:ln w="12700">
            <a:solidFill>
              <a:srgbClr val="1422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" y="2029968"/>
            <a:ext cx="22311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 --frozen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 check src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 --check src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-q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"not requires_local_infra"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· linter · format · tests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188720"/>
            <a:ext cx="2194560" cy="3108960"/>
          </a:xfrm>
          <a:prstGeom prst="roundRect">
            <a:avLst>
              <a:gd name="adj" fmla="val 3333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79476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build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1600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quality est vert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49040" y="19202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14222B"/>
          </a:solidFill>
          <a:ln w="12700">
            <a:solidFill>
              <a:srgbClr val="1422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13632" y="2029968"/>
            <a:ext cx="1591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indusense.whl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(artefact)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79476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fabrique le paquet Python installable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11887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3093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image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quality est vert, push sur main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63640" y="1920240"/>
            <a:ext cx="2286000" cy="1234440"/>
          </a:xfrm>
          <a:prstGeom prst="roundRect">
            <a:avLst>
              <a:gd name="adj" fmla="val 4444"/>
            </a:avLst>
          </a:prstGeom>
          <a:solidFill>
            <a:srgbClr val="14222B"/>
          </a:solidFill>
          <a:ln w="12700">
            <a:solidFill>
              <a:srgbClr val="1422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8232" y="2029968"/>
            <a:ext cx="19568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pull model.joblib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ML/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ghcr.io/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…/indusense-api:&lt;sha&gt;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DAGSHUB_USER / DAGSHUB_TOKEN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310128" y="2743200"/>
            <a:ext cx="2743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3611880" y="4023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et image démarrent tous deux après quality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run (commit 0435f90) : quality ✓ · build ✓ · image 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contrôles, expliqués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4575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 code sans l'exécuter : import inutile, variable jamais utilisée, imports mal rangés…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pPr indent="0" marL="0">
              <a:buNone/>
            </a:pPr>
            <a:r>
              <a:rPr lang="en-US" sz="1200" i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correcteur d'orthographe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3552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106" y="14575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2232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142232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56432" y="21031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mise en forme commune : espaces, retours à la ligne, 100 caractères maximum.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56432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pPr indent="0" marL="0">
              <a:buNone/>
            </a:pPr>
            <a:r>
              <a:rPr lang="en-US" sz="1200" i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en page imposée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89904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72784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458" y="145755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58584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958584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72784" y="21031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~150 petits programmes qui vérifient chacun une fonction du package.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272784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pPr indent="0" marL="0">
              <a:buNone/>
            </a:pPr>
            <a:r>
              <a:rPr lang="en-US" sz="1200" i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l'examen pratique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filtre -m "not requires_local_infra"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 les tests ne peuvent pas tourner partout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votre PC, il y a…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Postgres (Docker)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DVC (telemetry.csv, Gold…)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MLflow mlflow_tp7.db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10328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robot GitHub, il n'y a…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910328" y="169164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…que le dépôt Git cloné. Ni base, ni données DVC, ni MLflow.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 total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73552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4279392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sélectionnés par la CI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089904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7095744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requires_local_infra, écartés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24 tests écartés restent lançables sur votre PC : uv run pytest tests/ (sans le filtre).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en local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mêmes commandes, sur votre PC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4222B"/>
          </a:solidFill>
          <a:ln w="12700">
            <a:solidFill>
              <a:srgbClr val="1422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98448"/>
            <a:ext cx="79004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--frozen ruff check src tests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--frozen black --check src tests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DE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--frozen pytest tests/ -q -m "not requires_local_infra"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avant le push du commit 0435f90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ruff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checks passed!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erreur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black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 files would be left unchanged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forme conforme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122 passed, 5 skipped, 24 deselected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réussis · sautés volontairement · écartés par le filtre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feux verts en local ⇒ on peut pousser en confiance… ou presque (slide suivante).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en local ou CI sur GitHub : les différences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46120"/>
                <a:gridCol w="3246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en local (votre PC)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GitHub (ci.yml)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 de pousser, à la 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chaque push, automatiquement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Windows, votre .venv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vierge, tout est réinstallé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Fichiers présents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: base, données DVC, MLflow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uniquement ce qui est dans 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ruff · black · pytest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ruff · black · pytest · build ·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possibles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151 (avec l'infra locale)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(sans requires_local_infra)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.env, .dvc/config.local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GitHub (DAGSHUB_TOKEN)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voit le résultat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vous seul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le monde (✓ ou ✗ sur le commit)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 locale est rapide et privée ; la CI GitHub est la référence, car elle part de zéro.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Vécu sur InduSense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 chez soi, rouge chez GitHub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436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 local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2024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contrôles passent. Les tests test_model_b11 lisent mlflow_tp7.db, présent sur le PC.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77440" y="2240280"/>
            <a:ext cx="182880" cy="274320"/>
          </a:xfrm>
          <a:prstGeom prst="rightArrow">
            <a:avLst/>
          </a:prstGeom>
          <a:solidFill>
            <a:srgbClr val="566A70"/>
          </a:solidFill>
          <a:ln w="12700">
            <a:solidFill>
              <a:srgbClr val="566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69748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retire mlflow_tp7.db de Git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192024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décision : base binaire qui changeait à chaque run.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80560" y="2240280"/>
            <a:ext cx="182880" cy="274320"/>
          </a:xfrm>
          <a:prstGeom prst="rightArrow">
            <a:avLst/>
          </a:prstGeom>
          <a:solidFill>
            <a:srgbClr val="566A70"/>
          </a:solidFill>
          <a:ln w="12700">
            <a:solidFill>
              <a:srgbClr val="566A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80060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 GitHub : échec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92024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robot, le fichier n'existe plus : « Run … not found ».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0" y="2240280"/>
            <a:ext cx="182880" cy="274320"/>
          </a:xfrm>
          <a:prstGeom prst="rightArrow">
            <a:avLst/>
          </a:prstGeom>
          <a:solidFill>
            <a:srgbClr val="566A70"/>
          </a:solidFill>
          <a:ln w="12700">
            <a:solidFill>
              <a:srgbClr val="566A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12344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4F2EA"/>
          </a:solidFill>
          <a:ln w="12700">
            <a:solidFill>
              <a:srgbClr val="E4F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90372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Correctif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192024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tests reçoivent l'étiquette requires_local_infra. CI verte.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parade : </a:t>
            </a:r>
            <a:pPr indent="0" marL="0">
              <a:buNone/>
            </a:pPr>
            <a:r>
              <a:rPr lang="en-US" sz="125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doute, rejouer la CI locale dans un clone vierge du dépôt (git clone dans un dossier temporaire). On voit alors exactement ce que voit le robot.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72420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à la description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CI : ce qui existe dans le projet » : que dit la slide, que fait vraiment ci.yml ?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décrite : git push → GitHub Actions → 99 tests → dvc pull → Build + /ready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par étape : la description face à ci.yml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38912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décrite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6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fait réellement ci.yml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 sur GitHub (et DagsHub)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Seul le push sur GitHub déclenche la CI ; DagsHub ne lance rien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nuance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Actions, ci.yml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: 3 jobs quality → build,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ruff (linter) et black (format), avant les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absent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tests, données synthétiques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tests sélectionnés sur 151 (122 réussis, 5 sautés), sur données synthétiques ou 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chiffre daté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dvc pull : données et modèles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Seulement model.joblib, et seulement dans le job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plus étroit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build : paquet Python (.whl)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absent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+ /ready, « modèle v2 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et publication sur ghcr.io ; aucun démarrage du conteneur, aucun /ready ; pas de « v2 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inexact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garanties annoncées, vérifiées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344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code n'a pas régressé 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Vrai, pour les 127 tests exécutés. Les 24 tests d'infra locale ne sont pas couverts par la CI.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317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Données et modèles récupérables »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517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pour model.joblib (le job image le télécharge). Les données DVC, elles, ne sont pas récupérées par la CI.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290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L'image démarre et charge ses modèles »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490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vérifié par la CI : elle construit et publie l'image sans la lancer. Nous l'avons vérifié à la main (/ready, 401).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que la CI ne fait pas » (réentraîner, mettre en service, dvc status) : exact.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rapprocher la description et la réalité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fumée de l'image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build : docker run, puis attendre /ready et vérifier un 401 sans clé. La garantie « l'image démarre » devient vraie.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1207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image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4356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locale automatique : pre-commit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874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hooks git lancent ruff et black à chaque commit : impossible d'oublier la CI locale (vu au module 23).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1207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PC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status en CI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35204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étiquettes .dvc correspondent au remote : les données versionnées sont bien envoyées.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291840" y="2852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quality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2971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08152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4068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données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4892040" y="35204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pandera et taux de manquants sur un échantillon : c'est la piste « au sens ML » de la description.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0" y="2852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job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mettre à jour la slide : ajouter ruff, black et uv build, corriger le nombre de tests et retirer « modèle v2 ».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La CI en local et sur GitHub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4619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en local</a:t>
            </a:r>
            <a:pPr indent="0" marL="0">
              <a:buNone/>
            </a:pPr>
            <a:r>
              <a:rPr lang="en-US" sz="1500" dirty="0">
                <a:solidFill>
                  <a:srgbClr val="C6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ruff, black et pytest sur votre PC, avant de pousser. Rapide et privée.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2391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03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GitHub</a:t>
            </a:r>
            <a:pPr indent="0" marL="0">
              <a:buNone/>
            </a:pPr>
            <a:r>
              <a:rPr lang="en-US" sz="1500" dirty="0">
                <a:solidFill>
                  <a:srgbClr val="C6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les mêmes contrôles sur une machine vierge, plus le build et l'image. C'est la référence.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566A70"/>
          </a:solidFill>
          <a:ln w="12700">
            <a:solidFill>
              <a:srgbClr val="566A7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01642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80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requires_local_infra</a:t>
            </a:r>
            <a:pPr indent="0" marL="0">
              <a:buNone/>
            </a:pPr>
            <a:r>
              <a:rPr lang="en-US" sz="1500" dirty="0">
                <a:solidFill>
                  <a:srgbClr val="C6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ce qui ne peut tourner que chez vous est écarté de la CI GitHub.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793663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657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confronter la doc au code</a:t>
            </a:r>
            <a:pPr indent="0" marL="0">
              <a:buNone/>
            </a:pPr>
            <a:r>
              <a:rPr lang="en-US" sz="1500" dirty="0">
                <a:solidFill>
                  <a:srgbClr val="C6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la description annonçait un /ready que ci.yml ne fait pas.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ouvrir l'onglet Actions du dépôt GitHub et retrouver, dans le dernier run, les 3 jobs et leurs étapes.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CI en local et sur GitHub</dc:title>
  <dc:subject>PptxGenJS Presentation</dc:subject>
  <dc:creator>Guillaume Saïdani</dc:creator>
  <cp:lastModifiedBy>Guillaume Saïdani</cp:lastModifiedBy>
  <cp:revision>1</cp:revision>
  <dcterms:created xsi:type="dcterms:W3CDTF">2026-09-24T13:21:05Z</dcterms:created>
  <dcterms:modified xsi:type="dcterms:W3CDTF">2026-09-24T13:21:05Z</dcterms:modified>
</cp:coreProperties>
</file>