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762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7A1C"/>
                </a:solidFill>
                <a:latin typeface="Calibri"/>
              </a:defRPr>
            </a:pPr>
            <a:r>
              <a:t>GOLD DATASET INDUSENSE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 grain horaire : capter la dégradation avant la panne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8E8"/>
                </a:solidFill>
                <a:latin typeface="Calibri"/>
              </a:defRPr>
            </a:pPr>
            <a:r>
              <a:t>Pourquoi l'heure, et ce qu'elle révèle : niveau, tendance, anomalie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9B6CC"/>
                </a:solidFill>
                <a:latin typeface="Calibri"/>
              </a:defRPr>
            </a:pPr>
            <a:r>
              <a:t>Illustré avec un cas réel du Gold Dataset — MACH-03, incident de surchauffe du 27/06/2025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1 ligne Gold = 1 machine x 1 heure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Le Gold Dataset agrege la telemetrie brute (plusieurs mesures par heure) en une seule ligne par machine et par heure.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Cette heure devient l'unite de base sur laquelle sont construites toutes les features : niveau, tendance, anomalie, contexte incidents/maintenance.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Question : pourquoi l'heure precisement, ni plus fin, ni plus grossier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LE COMPROMIS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Trop fin bruite, trop grossier dilue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1704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50292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Grain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qu'on voit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Brut / minute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Chaque a-coup capteur, chaque micro-vibration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Bruit domine le signal - le modele apprend des artefacts, pas la degradation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Heure  (retenu)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Niveau moyen + tendance + variabilite intra-heure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Aucun - reduit le bruit tout en gardant la dynamique de degradation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Jour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Moyenne journaliere lissee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La rampe de temperature des 3-6h avant panne disparait dans la moyenne du jour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10712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La degradation pre-panne se joue sur des heures, pas des minutes ni des jours (cf. gold_roadmap.md).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Cas reel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MACH-03 -- incident de surchauffe, severite 5, 27/06/2025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CAS REEL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Le 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Machine MACH-03, incident declare a 10:21 le 27/06/2025 -- type_surchauffe=1, severite 5/5.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Donnees extraites directement de gold_machine_hourly_feature (aucune valeur inventee).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On observe les features horaires de 02:00 a 11:00 -- 9h avant l'incident, 1h apres.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CAS REEL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Les metriques horaires, heure par heure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02412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737360"/>
                <a:gridCol w="1371600"/>
                <a:gridCol w="1371600"/>
                <a:gridCol w="1371600"/>
                <a:gridCol w="182880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temp_mean_1h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delta_1h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delta_3h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trend_6h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zscore_machine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label_6h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02:00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64.29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+3.13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+5.36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2.67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03:00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64.65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+0.36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+1.02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+3.13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04:00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65.21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+4.78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2.91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05:00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68.13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+2.92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+3.84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+6.97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3.68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06:00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69.48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+4.83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+5.85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07:00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69.48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+0.01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+4.27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+5.51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4.03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08:00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69.38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-0.10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+1.25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+5.09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09:00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69.73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+0.35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+0.25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+5.08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4.10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10:00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71.16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+1.43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+1.68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+5.95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4.47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11:00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51.46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-19.70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-17.92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-16.68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-0.70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99048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Incident declare a 10:21 (surchauffe severite 5). Chute a 11:00 = redemarrage post-incident.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temp_mean_1h -- le niveau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64.3 degres C a 02:00, puis 65.2, puis 68.1, puis 71.2 degres C a 10:00 : une montee continue, heure apres heure.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Vu seul, ce niveau ne dit pas si 68 degres C est normal ou anormal pour CETTE machine -- il faut le comparer a sa propre baseline (zscore_machine).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C'est la mesure agregee sur l'heure (mean_1h) qui sert de brique de base a tout le reste : tendance, anomalie, rolling 6h/12h/24h.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delta_1h / delta_3h / trend_6h -- la tendance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A 04:00, le niveau (65.2 degres C) semble encore proche de la normale -- mais delta_1h (+0.57) et delta_3h (+1.24) montrent deja une acceleration.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A 05:00, delta_1h bondit a +2.92 degres C en une heure : c'est la bascule -- le modele voit une acceleration franche, pas seulement un niveau eleve.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trend_6h (+5.36 a +6.97 sur toute la fenetre) confirme que la machine ne fluctue pas, elle degradee de facon soutenue.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Sans ces features de tendance, deux machines au meme niveau (68 degres C) mais l'une stable et l'autre en train de grimper seraient indiscernables.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zscore_machine -- l'anomalie relative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Le zscore_machine passe de 2.67 sigma (02:00) a 4.47 sigma (10:00) : l'ecart a la baseline PROPRE de MACH-03 se creuse.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2.67 sigma est deja notable ; 4.47 sigma est un ecart tres rare statistiquement -- le signal devient de plus en plus franc heure apres heure.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C'est cette progression continue, visible uniquement au grain horaire, qui permet au modele d'anticiper la panne avant qu'elle ne survienne (label_failure_next_6h passe a True des 05:00, soit ~5h avant l'incident).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APRES LA PANNE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La chute a 11:00 confirme le grain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20"/>
            <a:ext cx="10515600" cy="1188720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71.2 -&gt; 51.5 degres C en 1 heure (delta_1h = -19.7)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Le redemarrage / la reparation post-incident se voit tout aussi nettement au grain horaire : chute brutale de temperature, zscore qui repasse sous 0.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Un grain journalier aurait lisse cette chute dans la moyenne du jour -- on aurait perdu l'information du AVANT/PENDANT/APRES l'incident.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Le grain horaire capture donc les deux sens de la dynamique : la degradation qui monte ET le retour a la normale qui suit.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SYNTHESE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Ce que confirme ce cas reel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L'heure est bien le plus petit grain qui reduit le bruit capteur (agregation mean/max/std intra-heure) tout en conservant la dynamique de degradation.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Une seule metrique horaire (temp_mean_1h) ne suffit pas : c'est la combinaison niveau + tendance (delta/trend) + anomalie (zscore) qui raconte l'histoire de la degradation.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Cette meme resolution horaire s'applique a TOUTES les features du Gold Dataset -- capteurs, incidents (§5), maintenance (§5bis) -- pour rester coherente de bout en bout.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Grain horaire — InduSense 4.0    |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 --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Gold Dataset InduSense 4.0 -- Grain horaire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